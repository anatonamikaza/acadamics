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E59F2B-25FE-4080-B309-899CB7DA3FC0}" v="96" dt="2025-01-20T18:32:13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9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Khawaja" userId="8e88ebdc43366ea6" providerId="LiveId" clId="{B59EC697-8AFF-463E-A7EF-919EFB426D89}"/>
    <pc:docChg chg="modSld">
      <pc:chgData name="Ali Khawaja" userId="8e88ebdc43366ea6" providerId="LiveId" clId="{B59EC697-8AFF-463E-A7EF-919EFB426D89}" dt="2025-01-19T14:02:42.347" v="548" actId="20577"/>
      <pc:docMkLst>
        <pc:docMk/>
      </pc:docMkLst>
      <pc:sldChg chg="modSp mod">
        <pc:chgData name="Ali Khawaja" userId="8e88ebdc43366ea6" providerId="LiveId" clId="{B59EC697-8AFF-463E-A7EF-919EFB426D89}" dt="2025-01-19T13:56:12.786" v="63" actId="6549"/>
        <pc:sldMkLst>
          <pc:docMk/>
          <pc:sldMk cId="3327213842" sldId="256"/>
        </pc:sldMkLst>
        <pc:spChg chg="mod">
          <ac:chgData name="Ali Khawaja" userId="8e88ebdc43366ea6" providerId="LiveId" clId="{B59EC697-8AFF-463E-A7EF-919EFB426D89}" dt="2025-01-19T13:55:52.826" v="48" actId="20577"/>
          <ac:spMkLst>
            <pc:docMk/>
            <pc:sldMk cId="3327213842" sldId="256"/>
            <ac:spMk id="2" creationId="{D96C2D9B-F706-D83C-A03C-D2F2B0B74BB7}"/>
          </ac:spMkLst>
        </pc:spChg>
        <pc:spChg chg="mod">
          <ac:chgData name="Ali Khawaja" userId="8e88ebdc43366ea6" providerId="LiveId" clId="{B59EC697-8AFF-463E-A7EF-919EFB426D89}" dt="2025-01-19T13:56:12.786" v="63" actId="6549"/>
          <ac:spMkLst>
            <pc:docMk/>
            <pc:sldMk cId="3327213842" sldId="256"/>
            <ac:spMk id="3" creationId="{0F2AD4BE-2B12-785C-09B1-1EE17F3E91E7}"/>
          </ac:spMkLst>
        </pc:spChg>
      </pc:sldChg>
      <pc:sldChg chg="modSp mod">
        <pc:chgData name="Ali Khawaja" userId="8e88ebdc43366ea6" providerId="LiveId" clId="{B59EC697-8AFF-463E-A7EF-919EFB426D89}" dt="2025-01-19T13:56:38.682" v="129" actId="20577"/>
        <pc:sldMkLst>
          <pc:docMk/>
          <pc:sldMk cId="2891638654" sldId="257"/>
        </pc:sldMkLst>
        <pc:spChg chg="mod">
          <ac:chgData name="Ali Khawaja" userId="8e88ebdc43366ea6" providerId="LiveId" clId="{B59EC697-8AFF-463E-A7EF-919EFB426D89}" dt="2025-01-19T13:56:38.682" v="129" actId="20577"/>
          <ac:spMkLst>
            <pc:docMk/>
            <pc:sldMk cId="2891638654" sldId="257"/>
            <ac:spMk id="3" creationId="{D41B4A31-917E-1F0C-50B6-7A36B6345491}"/>
          </ac:spMkLst>
        </pc:spChg>
      </pc:sldChg>
      <pc:sldChg chg="modSp mod">
        <pc:chgData name="Ali Khawaja" userId="8e88ebdc43366ea6" providerId="LiveId" clId="{B59EC697-8AFF-463E-A7EF-919EFB426D89}" dt="2025-01-19T13:56:59.724" v="134" actId="20577"/>
        <pc:sldMkLst>
          <pc:docMk/>
          <pc:sldMk cId="2135668903" sldId="258"/>
        </pc:sldMkLst>
        <pc:spChg chg="mod">
          <ac:chgData name="Ali Khawaja" userId="8e88ebdc43366ea6" providerId="LiveId" clId="{B59EC697-8AFF-463E-A7EF-919EFB426D89}" dt="2025-01-19T13:56:59.724" v="134" actId="20577"/>
          <ac:spMkLst>
            <pc:docMk/>
            <pc:sldMk cId="2135668903" sldId="258"/>
            <ac:spMk id="3" creationId="{6A9AF819-2EAC-CB5D-2785-4F652BCC3460}"/>
          </ac:spMkLst>
        </pc:spChg>
      </pc:sldChg>
      <pc:sldChg chg="modSp mod">
        <pc:chgData name="Ali Khawaja" userId="8e88ebdc43366ea6" providerId="LiveId" clId="{B59EC697-8AFF-463E-A7EF-919EFB426D89}" dt="2025-01-19T13:58:18.470" v="164" actId="20577"/>
        <pc:sldMkLst>
          <pc:docMk/>
          <pc:sldMk cId="2279793159" sldId="259"/>
        </pc:sldMkLst>
        <pc:spChg chg="mod">
          <ac:chgData name="Ali Khawaja" userId="8e88ebdc43366ea6" providerId="LiveId" clId="{B59EC697-8AFF-463E-A7EF-919EFB426D89}" dt="2025-01-19T13:58:18.470" v="164" actId="20577"/>
          <ac:spMkLst>
            <pc:docMk/>
            <pc:sldMk cId="2279793159" sldId="259"/>
            <ac:spMk id="3" creationId="{C1054B1C-9D0C-832D-F8C2-5ACFB333EB46}"/>
          </ac:spMkLst>
        </pc:spChg>
      </pc:sldChg>
      <pc:sldChg chg="modSp mod">
        <pc:chgData name="Ali Khawaja" userId="8e88ebdc43366ea6" providerId="LiveId" clId="{B59EC697-8AFF-463E-A7EF-919EFB426D89}" dt="2025-01-19T14:02:42.347" v="548" actId="20577"/>
        <pc:sldMkLst>
          <pc:docMk/>
          <pc:sldMk cId="268188482" sldId="260"/>
        </pc:sldMkLst>
        <pc:spChg chg="mod">
          <ac:chgData name="Ali Khawaja" userId="8e88ebdc43366ea6" providerId="LiveId" clId="{B59EC697-8AFF-463E-A7EF-919EFB426D89}" dt="2025-01-19T14:02:42.347" v="548" actId="20577"/>
          <ac:spMkLst>
            <pc:docMk/>
            <pc:sldMk cId="268188482" sldId="260"/>
            <ac:spMk id="3" creationId="{986EEACB-CCC6-AA13-460F-D32B766B14A0}"/>
          </ac:spMkLst>
        </pc:spChg>
      </pc:sldChg>
    </pc:docChg>
  </pc:docChgLst>
  <pc:docChgLst>
    <pc:chgData name="Ali Khawaja" userId="8e88ebdc43366ea6" providerId="LiveId" clId="{BD044CB7-ECBE-4DEC-8F11-E4DFDFE7C4EB}"/>
    <pc:docChg chg="custSel modSld">
      <pc:chgData name="Ali Khawaja" userId="8e88ebdc43366ea6" providerId="LiveId" clId="{BD044CB7-ECBE-4DEC-8F11-E4DFDFE7C4EB}" dt="2025-01-19T13:15:29.722" v="556" actId="20577"/>
      <pc:docMkLst>
        <pc:docMk/>
      </pc:docMkLst>
      <pc:sldChg chg="modSp mod">
        <pc:chgData name="Ali Khawaja" userId="8e88ebdc43366ea6" providerId="LiveId" clId="{BD044CB7-ECBE-4DEC-8F11-E4DFDFE7C4EB}" dt="2025-01-19T13:14:37.207" v="479" actId="20577"/>
        <pc:sldMkLst>
          <pc:docMk/>
          <pc:sldMk cId="3327213842" sldId="256"/>
        </pc:sldMkLst>
        <pc:spChg chg="mod">
          <ac:chgData name="Ali Khawaja" userId="8e88ebdc43366ea6" providerId="LiveId" clId="{BD044CB7-ECBE-4DEC-8F11-E4DFDFE7C4EB}" dt="2025-01-19T13:14:37.207" v="479" actId="20577"/>
          <ac:spMkLst>
            <pc:docMk/>
            <pc:sldMk cId="3327213842" sldId="256"/>
            <ac:spMk id="3" creationId="{0F2AD4BE-2B12-785C-09B1-1EE17F3E91E7}"/>
          </ac:spMkLst>
        </pc:spChg>
      </pc:sldChg>
      <pc:sldChg chg="modSp mod">
        <pc:chgData name="Ali Khawaja" userId="8e88ebdc43366ea6" providerId="LiveId" clId="{BD044CB7-ECBE-4DEC-8F11-E4DFDFE7C4EB}" dt="2025-01-19T13:15:29.722" v="556" actId="20577"/>
        <pc:sldMkLst>
          <pc:docMk/>
          <pc:sldMk cId="2891638654" sldId="257"/>
        </pc:sldMkLst>
        <pc:spChg chg="mod">
          <ac:chgData name="Ali Khawaja" userId="8e88ebdc43366ea6" providerId="LiveId" clId="{BD044CB7-ECBE-4DEC-8F11-E4DFDFE7C4EB}" dt="2025-01-19T13:15:29.722" v="556" actId="20577"/>
          <ac:spMkLst>
            <pc:docMk/>
            <pc:sldMk cId="2891638654" sldId="257"/>
            <ac:spMk id="3" creationId="{D41B4A31-917E-1F0C-50B6-7A36B6345491}"/>
          </ac:spMkLst>
        </pc:spChg>
      </pc:sldChg>
      <pc:sldChg chg="modSp mod">
        <pc:chgData name="Ali Khawaja" userId="8e88ebdc43366ea6" providerId="LiveId" clId="{BD044CB7-ECBE-4DEC-8F11-E4DFDFE7C4EB}" dt="2025-01-19T13:09:21.781" v="82" actId="20577"/>
        <pc:sldMkLst>
          <pc:docMk/>
          <pc:sldMk cId="2135668903" sldId="258"/>
        </pc:sldMkLst>
        <pc:spChg chg="mod">
          <ac:chgData name="Ali Khawaja" userId="8e88ebdc43366ea6" providerId="LiveId" clId="{BD044CB7-ECBE-4DEC-8F11-E4DFDFE7C4EB}" dt="2025-01-19T13:09:21.781" v="82" actId="20577"/>
          <ac:spMkLst>
            <pc:docMk/>
            <pc:sldMk cId="2135668903" sldId="258"/>
            <ac:spMk id="3" creationId="{6A9AF819-2EAC-CB5D-2785-4F652BCC3460}"/>
          </ac:spMkLst>
        </pc:spChg>
      </pc:sldChg>
      <pc:sldChg chg="modSp mod">
        <pc:chgData name="Ali Khawaja" userId="8e88ebdc43366ea6" providerId="LiveId" clId="{BD044CB7-ECBE-4DEC-8F11-E4DFDFE7C4EB}" dt="2025-01-19T13:12:53.079" v="373" actId="20577"/>
        <pc:sldMkLst>
          <pc:docMk/>
          <pc:sldMk cId="2279793159" sldId="259"/>
        </pc:sldMkLst>
        <pc:spChg chg="mod">
          <ac:chgData name="Ali Khawaja" userId="8e88ebdc43366ea6" providerId="LiveId" clId="{BD044CB7-ECBE-4DEC-8F11-E4DFDFE7C4EB}" dt="2025-01-19T13:12:53.079" v="373" actId="20577"/>
          <ac:spMkLst>
            <pc:docMk/>
            <pc:sldMk cId="2279793159" sldId="259"/>
            <ac:spMk id="3" creationId="{C1054B1C-9D0C-832D-F8C2-5ACFB333EB46}"/>
          </ac:spMkLst>
        </pc:spChg>
      </pc:sldChg>
      <pc:sldChg chg="modSp mod">
        <pc:chgData name="Ali Khawaja" userId="8e88ebdc43366ea6" providerId="LiveId" clId="{BD044CB7-ECBE-4DEC-8F11-E4DFDFE7C4EB}" dt="2025-01-19T13:13:32.086" v="390" actId="12"/>
        <pc:sldMkLst>
          <pc:docMk/>
          <pc:sldMk cId="268188482" sldId="260"/>
        </pc:sldMkLst>
        <pc:spChg chg="mod">
          <ac:chgData name="Ali Khawaja" userId="8e88ebdc43366ea6" providerId="LiveId" clId="{BD044CB7-ECBE-4DEC-8F11-E4DFDFE7C4EB}" dt="2025-01-19T13:13:32.086" v="390" actId="12"/>
          <ac:spMkLst>
            <pc:docMk/>
            <pc:sldMk cId="268188482" sldId="260"/>
            <ac:spMk id="3" creationId="{986EEACB-CCC6-AA13-460F-D32B766B14A0}"/>
          </ac:spMkLst>
        </pc:spChg>
      </pc:sldChg>
      <pc:sldChg chg="modSp mod">
        <pc:chgData name="Ali Khawaja" userId="8e88ebdc43366ea6" providerId="LiveId" clId="{BD044CB7-ECBE-4DEC-8F11-E4DFDFE7C4EB}" dt="2025-01-19T13:13:43.233" v="391" actId="20577"/>
        <pc:sldMkLst>
          <pc:docMk/>
          <pc:sldMk cId="3978642193" sldId="261"/>
        </pc:sldMkLst>
        <pc:spChg chg="mod">
          <ac:chgData name="Ali Khawaja" userId="8e88ebdc43366ea6" providerId="LiveId" clId="{BD044CB7-ECBE-4DEC-8F11-E4DFDFE7C4EB}" dt="2025-01-19T13:13:43.233" v="391" actId="20577"/>
          <ac:spMkLst>
            <pc:docMk/>
            <pc:sldMk cId="3978642193" sldId="261"/>
            <ac:spMk id="3" creationId="{72E7F6D4-344E-4E0B-22C8-05E7E4BC21DC}"/>
          </ac:spMkLst>
        </pc:spChg>
      </pc:sldChg>
    </pc:docChg>
  </pc:docChgLst>
  <pc:docChgLst>
    <pc:chgData name="Ali Khawaja" userId="8e88ebdc43366ea6" providerId="LiveId" clId="{CFE59F2B-25FE-4080-B309-899CB7DA3FC0}"/>
    <pc:docChg chg="custSel modSld">
      <pc:chgData name="Ali Khawaja" userId="8e88ebdc43366ea6" providerId="LiveId" clId="{CFE59F2B-25FE-4080-B309-899CB7DA3FC0}" dt="2025-01-20T18:32:13.877" v="95" actId="20577"/>
      <pc:docMkLst>
        <pc:docMk/>
      </pc:docMkLst>
      <pc:sldChg chg="modSp mod">
        <pc:chgData name="Ali Khawaja" userId="8e88ebdc43366ea6" providerId="LiveId" clId="{CFE59F2B-25FE-4080-B309-899CB7DA3FC0}" dt="2025-01-20T18:31:38.683" v="94" actId="20577"/>
        <pc:sldMkLst>
          <pc:docMk/>
          <pc:sldMk cId="2135668903" sldId="258"/>
        </pc:sldMkLst>
        <pc:spChg chg="mod">
          <ac:chgData name="Ali Khawaja" userId="8e88ebdc43366ea6" providerId="LiveId" clId="{CFE59F2B-25FE-4080-B309-899CB7DA3FC0}" dt="2025-01-20T18:31:38.683" v="94" actId="20577"/>
          <ac:spMkLst>
            <pc:docMk/>
            <pc:sldMk cId="2135668903" sldId="258"/>
            <ac:spMk id="3" creationId="{6A9AF819-2EAC-CB5D-2785-4F652BCC3460}"/>
          </ac:spMkLst>
        </pc:spChg>
      </pc:sldChg>
      <pc:sldChg chg="modSp mod">
        <pc:chgData name="Ali Khawaja" userId="8e88ebdc43366ea6" providerId="LiveId" clId="{CFE59F2B-25FE-4080-B309-899CB7DA3FC0}" dt="2025-01-20T18:32:13.877" v="95" actId="20577"/>
        <pc:sldMkLst>
          <pc:docMk/>
          <pc:sldMk cId="3978642193" sldId="261"/>
        </pc:sldMkLst>
        <pc:spChg chg="mod">
          <ac:chgData name="Ali Khawaja" userId="8e88ebdc43366ea6" providerId="LiveId" clId="{CFE59F2B-25FE-4080-B309-899CB7DA3FC0}" dt="2025-01-20T18:32:13.877" v="95" actId="20577"/>
          <ac:spMkLst>
            <pc:docMk/>
            <pc:sldMk cId="3978642193" sldId="261"/>
            <ac:spMk id="3" creationId="{72E7F6D4-344E-4E0B-22C8-05E7E4BC21DC}"/>
          </ac:spMkLst>
        </pc:spChg>
      </pc:sldChg>
    </pc:docChg>
  </pc:docChgLst>
  <pc:docChgLst>
    <pc:chgData name="Ali Khawaja" userId="8e88ebdc43366ea6" providerId="LiveId" clId="{786515DC-0C42-473A-B8BC-51B910E12A77}"/>
    <pc:docChg chg="undo custSel addSld modSld">
      <pc:chgData name="Ali Khawaja" userId="8e88ebdc43366ea6" providerId="LiveId" clId="{786515DC-0C42-473A-B8BC-51B910E12A77}" dt="2024-08-18T18:08:30.153" v="3293" actId="14100"/>
      <pc:docMkLst>
        <pc:docMk/>
      </pc:docMkLst>
      <pc:sldChg chg="modSp new mod">
        <pc:chgData name="Ali Khawaja" userId="8e88ebdc43366ea6" providerId="LiveId" clId="{786515DC-0C42-473A-B8BC-51B910E12A77}" dt="2024-08-18T16:39:09.178" v="64" actId="20577"/>
        <pc:sldMkLst>
          <pc:docMk/>
          <pc:sldMk cId="3327213842" sldId="256"/>
        </pc:sldMkLst>
      </pc:sldChg>
      <pc:sldChg chg="modSp new mod">
        <pc:chgData name="Ali Khawaja" userId="8e88ebdc43366ea6" providerId="LiveId" clId="{786515DC-0C42-473A-B8BC-51B910E12A77}" dt="2024-08-18T18:06:39.431" v="3107" actId="20577"/>
        <pc:sldMkLst>
          <pc:docMk/>
          <pc:sldMk cId="2891638654" sldId="257"/>
        </pc:sldMkLst>
      </pc:sldChg>
      <pc:sldChg chg="addSp delSp modSp new mod setBg setClrOvrMap">
        <pc:chgData name="Ali Khawaja" userId="8e88ebdc43366ea6" providerId="LiveId" clId="{786515DC-0C42-473A-B8BC-51B910E12A77}" dt="2024-08-18T18:08:06.757" v="3263" actId="20577"/>
        <pc:sldMkLst>
          <pc:docMk/>
          <pc:sldMk cId="2135668903" sldId="258"/>
        </pc:sldMkLst>
      </pc:sldChg>
      <pc:sldChg chg="modSp new mod">
        <pc:chgData name="Ali Khawaja" userId="8e88ebdc43366ea6" providerId="LiveId" clId="{786515DC-0C42-473A-B8BC-51B910E12A77}" dt="2024-08-18T16:55:27.933" v="1778" actId="20577"/>
        <pc:sldMkLst>
          <pc:docMk/>
          <pc:sldMk cId="2279793159" sldId="259"/>
        </pc:sldMkLst>
      </pc:sldChg>
      <pc:sldChg chg="modSp new mod">
        <pc:chgData name="Ali Khawaja" userId="8e88ebdc43366ea6" providerId="LiveId" clId="{786515DC-0C42-473A-B8BC-51B910E12A77}" dt="2024-08-18T18:04:07.976" v="2930" actId="5793"/>
        <pc:sldMkLst>
          <pc:docMk/>
          <pc:sldMk cId="268188482" sldId="260"/>
        </pc:sldMkLst>
      </pc:sldChg>
      <pc:sldChg chg="modSp new mod">
        <pc:chgData name="Ali Khawaja" userId="8e88ebdc43366ea6" providerId="LiveId" clId="{786515DC-0C42-473A-B8BC-51B910E12A77}" dt="2024-08-18T18:08:30.153" v="3293" actId="14100"/>
        <pc:sldMkLst>
          <pc:docMk/>
          <pc:sldMk cId="3978642193" sldId="261"/>
        </pc:sldMkLst>
      </pc:sldChg>
    </pc:docChg>
  </pc:docChgLst>
  <pc:docChgLst>
    <pc:chgData name="Ali Khawaja" userId="8e88ebdc43366ea6" providerId="LiveId" clId="{AB9D4925-FFB4-4743-8A81-9D6F41EC57A8}"/>
    <pc:docChg chg="custSel modSld">
      <pc:chgData name="Ali Khawaja" userId="8e88ebdc43366ea6" providerId="LiveId" clId="{AB9D4925-FFB4-4743-8A81-9D6F41EC57A8}" dt="2024-08-19T12:25:28.970" v="661" actId="20577"/>
      <pc:docMkLst>
        <pc:docMk/>
      </pc:docMkLst>
      <pc:sldChg chg="modSp mod">
        <pc:chgData name="Ali Khawaja" userId="8e88ebdc43366ea6" providerId="LiveId" clId="{AB9D4925-FFB4-4743-8A81-9D6F41EC57A8}" dt="2024-08-19T12:25:28.970" v="661" actId="20577"/>
        <pc:sldMkLst>
          <pc:docMk/>
          <pc:sldMk cId="397864219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48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7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47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5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7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43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2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64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F274EF-C39C-4BC3-999F-DDB0D8AEC44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00E848D-E5B4-42B3-B906-A1A715CA5A1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20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2D9B-F706-D83C-A03C-D2F2B0B74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27" y="4960137"/>
            <a:ext cx="8120417" cy="1463040"/>
          </a:xfrm>
        </p:spPr>
        <p:txBody>
          <a:bodyPr>
            <a:normAutofit/>
          </a:bodyPr>
          <a:lstStyle/>
          <a:p>
            <a:r>
              <a:rPr lang="en-US" sz="4800" dirty="0"/>
              <a:t>CS 5304 - Big Data services &amp; </a:t>
            </a:r>
            <a:r>
              <a:rPr lang="en-US" sz="4800" dirty="0" err="1"/>
              <a:t>MLOps</a:t>
            </a:r>
            <a:r>
              <a:rPr lang="en-US" sz="48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AD4BE-2B12-785C-09B1-1EE17F3E91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LUMS</a:t>
            </a:r>
          </a:p>
          <a:p>
            <a:r>
              <a:rPr lang="en-US" dirty="0"/>
              <a:t>SPRING 2025</a:t>
            </a:r>
          </a:p>
        </p:txBody>
      </p:sp>
    </p:spTree>
    <p:extLst>
      <p:ext uri="{BB962C8B-B14F-4D97-AF65-F5344CB8AC3E}">
        <p14:creationId xmlns:p14="http://schemas.microsoft.com/office/powerpoint/2010/main" val="332721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8C4D-16AB-A382-32C5-7910CE00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 (your instructor)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B4A31-917E-1F0C-50B6-7A36B6345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48511"/>
            <a:ext cx="9720073" cy="4560849"/>
          </a:xfrm>
        </p:spPr>
        <p:txBody>
          <a:bodyPr>
            <a:normAutofit/>
          </a:bodyPr>
          <a:lstStyle/>
          <a:p>
            <a:r>
              <a:rPr lang="en-US" dirty="0"/>
              <a:t>ALI KHAWAJA</a:t>
            </a:r>
          </a:p>
          <a:p>
            <a:r>
              <a:rPr lang="en-US" dirty="0"/>
              <a:t>BS/MS EE – UNIVERSITY OF DALLAS AT TEXAS (YEAR 2001)</a:t>
            </a:r>
          </a:p>
          <a:p>
            <a:r>
              <a:rPr lang="en-US" dirty="0"/>
              <a:t>SR Cloud Solution Architect, Microsoft Arabia</a:t>
            </a:r>
          </a:p>
          <a:p>
            <a:r>
              <a:rPr lang="en-US" dirty="0"/>
              <a:t>27 INDUSTRY EXPERIENCE (Alcatel USA, Nortel Networks, Brinks, American Airlines)</a:t>
            </a:r>
          </a:p>
          <a:p>
            <a:r>
              <a:rPr lang="en-US" dirty="0"/>
              <a:t>LAST 20 YEARS IN MICROSOFT</a:t>
            </a:r>
          </a:p>
          <a:p>
            <a:pPr lvl="1"/>
            <a:r>
              <a:rPr lang="en-US" dirty="0"/>
              <a:t>2005 – 2008: MICROSOFT USA</a:t>
            </a:r>
          </a:p>
          <a:p>
            <a:pPr lvl="1"/>
            <a:r>
              <a:rPr lang="en-US" dirty="0"/>
              <a:t>2008 – CURRENT: MICROSOFT ARABIA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63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F009-A10C-6838-7C68-E78C5B0E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THE COURSE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AF819-2EAC-CB5D-2785-4F652BCC3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49173" cy="4023360"/>
          </a:xfrm>
        </p:spPr>
        <p:txBody>
          <a:bodyPr/>
          <a:lstStyle/>
          <a:p>
            <a:r>
              <a:rPr lang="en-US" dirty="0"/>
              <a:t>PROBABLY ONE THE MOST PRACTICAL AND STRAIGHT-FROM-THE-FIELD COURSE</a:t>
            </a:r>
          </a:p>
          <a:p>
            <a:r>
              <a:rPr lang="en-US" dirty="0"/>
              <a:t>YOU WILL LEARN THEORY, PRACTICE AND DESIGN STRATEGIES</a:t>
            </a:r>
          </a:p>
          <a:p>
            <a:r>
              <a:rPr lang="en-US" dirty="0"/>
              <a:t>WE WILL FOCUS ON MICROSOFT AZURE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EXTREMELY INTERACTIVE, VERY PRACTICAL, EXCEPTIONALLY JOB-ORIENTED COURSE IN THE FIELDS OF DATA ENGINEERING AND BIG DATA/CLOUD DATA SERVICES </a:t>
            </a:r>
          </a:p>
          <a:p>
            <a:pPr marL="128016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128016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66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8BF5-E929-13FB-63CF-D680B7DF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EXAMS |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54B1C-9D0C-832D-F8C2-5ACFB333E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854151" cy="4023360"/>
          </a:xfrm>
        </p:spPr>
        <p:txBody>
          <a:bodyPr>
            <a:normAutofit/>
          </a:bodyPr>
          <a:lstStyle/>
          <a:p>
            <a:r>
              <a:rPr lang="en-US" dirty="0"/>
              <a:t>NO OUT OF CLASS ASSIGNMENTS! YOU WILL DO EVERYTHING IN THE CLASS</a:t>
            </a:r>
          </a:p>
          <a:p>
            <a:r>
              <a:rPr lang="en-US" dirty="0"/>
              <a:t>WE’LL HAVE A WEEKLY QUIZ:  70%</a:t>
            </a:r>
          </a:p>
          <a:p>
            <a:pPr lvl="1"/>
            <a:r>
              <a:rPr lang="en-US" dirty="0"/>
              <a:t>BEST OF 6-7 QUIZZES (WILL DROP TWO LOWEST)</a:t>
            </a:r>
          </a:p>
          <a:p>
            <a:r>
              <a:rPr lang="en-US" dirty="0"/>
              <a:t>IN-CLASS DESIGN ASSIGNMENT: 10%</a:t>
            </a:r>
          </a:p>
          <a:p>
            <a:r>
              <a:rPr lang="en-US" dirty="0"/>
              <a:t>FINAL: 20% </a:t>
            </a:r>
          </a:p>
          <a:p>
            <a:r>
              <a:rPr lang="en-US" dirty="0"/>
              <a:t>GENERALLY LENIENT GRADING</a:t>
            </a:r>
          </a:p>
          <a:p>
            <a:pPr lvl="1"/>
            <a:r>
              <a:rPr lang="en-US" dirty="0"/>
              <a:t>I’LL TEACH EVERYTHING, EXPLAIN EVERYTHING, DEMONSTRATE EVERYTHING</a:t>
            </a:r>
          </a:p>
        </p:txBody>
      </p:sp>
    </p:spTree>
    <p:extLst>
      <p:ext uri="{BB962C8B-B14F-4D97-AF65-F5344CB8AC3E}">
        <p14:creationId xmlns:p14="http://schemas.microsoft.com/office/powerpoint/2010/main" val="227979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FE1A-FD19-F2D1-4A59-FF354D2D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496" y="794859"/>
            <a:ext cx="9720072" cy="917968"/>
          </a:xfrm>
        </p:spPr>
        <p:txBody>
          <a:bodyPr/>
          <a:lstStyle/>
          <a:p>
            <a:r>
              <a:rPr lang="en-US" dirty="0"/>
              <a:t>TO BE SUCCESSFUL IN THIS COURSE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EACB-CCC6-AA13-460F-D32B766B1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70814"/>
            <a:ext cx="9720073" cy="4538546"/>
          </a:xfrm>
        </p:spPr>
        <p:txBody>
          <a:bodyPr>
            <a:normAutofit/>
          </a:bodyPr>
          <a:lstStyle/>
          <a:p>
            <a:r>
              <a:rPr lang="en-US" dirty="0"/>
              <a:t>CONCENTRATE ON LEARNING.  THAT’S ALL THAT IS REQUIRED OF YOU.  GRADE WILL COME AUTOMATICALLY</a:t>
            </a:r>
          </a:p>
          <a:p>
            <a:r>
              <a:rPr lang="en-US" dirty="0"/>
              <a:t>THIS IS A PRACTICAL COURSE</a:t>
            </a:r>
          </a:p>
          <a:p>
            <a:pPr lvl="1"/>
            <a:r>
              <a:rPr lang="en-US" dirty="0"/>
              <a:t>UNDERSTAND THE DESIGN STRATEGIES. </a:t>
            </a:r>
          </a:p>
          <a:p>
            <a:pPr lvl="1"/>
            <a:r>
              <a:rPr lang="en-US" dirty="0"/>
              <a:t>UNDERSTAND THE BACKGROUND.  </a:t>
            </a:r>
          </a:p>
          <a:p>
            <a:pPr lvl="1"/>
            <a:r>
              <a:rPr lang="en-US" dirty="0"/>
              <a:t>UNDERSTAND THE ISSUES.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/>
              <a:t>THERE ARE MULTIPLE SERVICES THAT CAN DO THE SAME TASK. </a:t>
            </a:r>
          </a:p>
          <a:p>
            <a:pPr lvl="1"/>
            <a:r>
              <a:rPr lang="en-US" dirty="0"/>
              <a:t>UNDERSTAND SELECTION CRITERIA.  </a:t>
            </a:r>
          </a:p>
          <a:p>
            <a:pPr lvl="1"/>
            <a:r>
              <a:rPr lang="en-US" dirty="0"/>
              <a:t>UNDERSTAND COST ISSUES.  </a:t>
            </a:r>
          </a:p>
          <a:p>
            <a:pPr lvl="1"/>
            <a:r>
              <a:rPr lang="en-US" dirty="0"/>
              <a:t>UNDERSTAND CUSTOMER STRATEGIES AND HOW IT CAN HELP NARROWING DOWN TO A SPECIFIC PRODUCT</a:t>
            </a:r>
          </a:p>
        </p:txBody>
      </p:sp>
    </p:spTree>
    <p:extLst>
      <p:ext uri="{BB962C8B-B14F-4D97-AF65-F5344CB8AC3E}">
        <p14:creationId xmlns:p14="http://schemas.microsoft.com/office/powerpoint/2010/main" val="268188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7F7F-7A9F-F54B-50B3-249FFE348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F6D4-344E-4E0B-22C8-05E7E4BC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5852"/>
            <a:ext cx="9720073" cy="4373508"/>
          </a:xfrm>
        </p:spPr>
        <p:txBody>
          <a:bodyPr/>
          <a:lstStyle/>
          <a:p>
            <a:pPr algn="l" fontAlgn="auto"/>
            <a:r>
              <a:rPr lang="en-US" b="0" i="0" dirty="0">
                <a:effectLst/>
                <a:latin typeface="var(--artdeco-reset-typography-font-family-sans)"/>
              </a:rPr>
              <a:t>Enjoy the learning.  Don’t get intimidated with the information.  Work hard. </a:t>
            </a:r>
          </a:p>
          <a:p>
            <a:pPr algn="l" fontAlgn="auto"/>
            <a:r>
              <a:rPr lang="en-US" dirty="0">
                <a:latin typeface="var(--artdeco-reset-typography-font-family-sans)"/>
              </a:rPr>
              <a:t>This is a very practical course.  I cannot emphasize this enough.  There will be lot of new things.  Spend time reading and learning.  You will understand everything InShaAllah.</a:t>
            </a:r>
          </a:p>
          <a:p>
            <a:pPr algn="l" fontAlgn="auto"/>
            <a:r>
              <a:rPr lang="en-US" dirty="0">
                <a:latin typeface="var(--artdeco-reset-typography-font-family-sans)"/>
              </a:rPr>
              <a:t>We can do extra workshops if the whole class is willing.  I’ll discuss this during the upcoming weeks.</a:t>
            </a:r>
            <a:endParaRPr lang="en-US" b="0" i="0" dirty="0">
              <a:effectLst/>
              <a:latin typeface="var(--artdeco-reset-typography-font-family-sans)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42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115</TotalTime>
  <Words>319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Tw Cen MT</vt:lpstr>
      <vt:lpstr>Tw Cen MT Condensed</vt:lpstr>
      <vt:lpstr>var(--artdeco-reset-typography-font-family-sans)</vt:lpstr>
      <vt:lpstr>Wingdings</vt:lpstr>
      <vt:lpstr>Wingdings 3</vt:lpstr>
      <vt:lpstr>Integral</vt:lpstr>
      <vt:lpstr>CS 5304 - Big Data services &amp; MLOps </vt:lpstr>
      <vt:lpstr>Me (your instructor)</vt:lpstr>
      <vt:lpstr>ABOUT THE COURSE</vt:lpstr>
      <vt:lpstr>CLASS EXAMS | GRADING</vt:lpstr>
      <vt:lpstr>TO BE SUCCESSFUL IN THIS COURSE …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Khawaja</dc:creator>
  <cp:lastModifiedBy>Ali Khawaja</cp:lastModifiedBy>
  <cp:revision>1</cp:revision>
  <dcterms:created xsi:type="dcterms:W3CDTF">2024-08-18T16:37:49Z</dcterms:created>
  <dcterms:modified xsi:type="dcterms:W3CDTF">2025-01-20T18:32:22Z</dcterms:modified>
</cp:coreProperties>
</file>