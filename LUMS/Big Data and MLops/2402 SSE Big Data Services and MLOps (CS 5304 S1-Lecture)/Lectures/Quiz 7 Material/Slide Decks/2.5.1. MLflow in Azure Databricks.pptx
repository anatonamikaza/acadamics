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63" r:id="rId9"/>
    <p:sldId id="261" r:id="rId10"/>
    <p:sldId id="264" r:id="rId11"/>
    <p:sldId id="265" r:id="rId12"/>
    <p:sldId id="266" r:id="rId13"/>
    <p:sldId id="274" r:id="rId14"/>
    <p:sldId id="273" r:id="rId15"/>
    <p:sldId id="272" r:id="rId16"/>
    <p:sldId id="271" r:id="rId17"/>
    <p:sldId id="268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785567-8969-4D09-ADED-BF66466C5BF8}" v="726" dt="2025-04-09T07:28:39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36" autoAdjust="0"/>
  </p:normalViewPr>
  <p:slideViewPr>
    <p:cSldViewPr snapToGrid="0">
      <p:cViewPr varScale="1">
        <p:scale>
          <a:sx n="149" d="100"/>
          <a:sy n="149" d="100"/>
        </p:scale>
        <p:origin x="115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Khawaja" userId="8e88ebdc43366ea6" providerId="LiveId" clId="{2CDCC105-EB08-47C9-B19E-612F69292D11}"/>
    <pc:docChg chg="custSel modSld">
      <pc:chgData name="Ali Khawaja" userId="8e88ebdc43366ea6" providerId="LiveId" clId="{2CDCC105-EB08-47C9-B19E-612F69292D11}" dt="2025-04-07T11:55:07.670" v="17" actId="27636"/>
      <pc:docMkLst>
        <pc:docMk/>
      </pc:docMkLst>
      <pc:sldChg chg="modSp">
        <pc:chgData name="Ali Khawaja" userId="8e88ebdc43366ea6" providerId="LiveId" clId="{2CDCC105-EB08-47C9-B19E-612F69292D11}" dt="2025-04-07T11:55:07.488" v="15"/>
        <pc:sldMkLst>
          <pc:docMk/>
          <pc:sldMk cId="3379744706" sldId="256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3379744706" sldId="256"/>
            <ac:spMk id="3" creationId="{99221DCF-B70A-9DFC-C82D-9F821F300D4D}"/>
          </ac:spMkLst>
        </pc:spChg>
      </pc:sldChg>
      <pc:sldChg chg="modSp">
        <pc:chgData name="Ali Khawaja" userId="8e88ebdc43366ea6" providerId="LiveId" clId="{2CDCC105-EB08-47C9-B19E-612F69292D11}" dt="2025-04-07T11:55:07.488" v="15"/>
        <pc:sldMkLst>
          <pc:docMk/>
          <pc:sldMk cId="2220230582" sldId="257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2220230582" sldId="257"/>
            <ac:spMk id="2" creationId="{7A9A59A0-0A45-1A6B-F14A-8C188FBDF932}"/>
          </ac:spMkLst>
        </pc:spChg>
        <pc:spChg chg="mod">
          <ac:chgData name="Ali Khawaja" userId="8e88ebdc43366ea6" providerId="LiveId" clId="{2CDCC105-EB08-47C9-B19E-612F69292D11}" dt="2025-04-07T11:55:07.488" v="15"/>
          <ac:spMkLst>
            <pc:docMk/>
            <pc:sldMk cId="2220230582" sldId="257"/>
            <ac:spMk id="3" creationId="{6EE5BAC0-A62B-BBC0-D8AD-96D5F6D96C42}"/>
          </ac:spMkLst>
        </pc:spChg>
      </pc:sldChg>
      <pc:sldChg chg="modSp">
        <pc:chgData name="Ali Khawaja" userId="8e88ebdc43366ea6" providerId="LiveId" clId="{2CDCC105-EB08-47C9-B19E-612F69292D11}" dt="2025-04-07T11:55:07.488" v="15"/>
        <pc:sldMkLst>
          <pc:docMk/>
          <pc:sldMk cId="3887214224" sldId="258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3887214224" sldId="258"/>
            <ac:spMk id="2" creationId="{F4EFDFF6-1595-F00C-D822-4462F995082B}"/>
          </ac:spMkLst>
        </pc:spChg>
      </pc:sldChg>
      <pc:sldChg chg="modSp">
        <pc:chgData name="Ali Khawaja" userId="8e88ebdc43366ea6" providerId="LiveId" clId="{2CDCC105-EB08-47C9-B19E-612F69292D11}" dt="2025-04-07T11:55:07.488" v="15"/>
        <pc:sldMkLst>
          <pc:docMk/>
          <pc:sldMk cId="488832006" sldId="259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488832006" sldId="259"/>
            <ac:spMk id="2" creationId="{5A2B5225-CB1C-A111-5783-2F8C596D7F4E}"/>
          </ac:spMkLst>
        </pc:spChg>
        <pc:spChg chg="mod">
          <ac:chgData name="Ali Khawaja" userId="8e88ebdc43366ea6" providerId="LiveId" clId="{2CDCC105-EB08-47C9-B19E-612F69292D11}" dt="2025-04-07T11:55:07.488" v="15"/>
          <ac:spMkLst>
            <pc:docMk/>
            <pc:sldMk cId="488832006" sldId="259"/>
            <ac:spMk id="3" creationId="{73934716-F23D-A45A-41BA-78677ABCA883}"/>
          </ac:spMkLst>
        </pc:spChg>
      </pc:sldChg>
      <pc:sldChg chg="modSp">
        <pc:chgData name="Ali Khawaja" userId="8e88ebdc43366ea6" providerId="LiveId" clId="{2CDCC105-EB08-47C9-B19E-612F69292D11}" dt="2025-04-07T11:55:07.488" v="15"/>
        <pc:sldMkLst>
          <pc:docMk/>
          <pc:sldMk cId="2482807219" sldId="260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2482807219" sldId="260"/>
            <ac:spMk id="2" creationId="{C81F4FF9-14E3-FDC1-DF57-0D912C408D85}"/>
          </ac:spMkLst>
        </pc:spChg>
        <pc:spChg chg="mod">
          <ac:chgData name="Ali Khawaja" userId="8e88ebdc43366ea6" providerId="LiveId" clId="{2CDCC105-EB08-47C9-B19E-612F69292D11}" dt="2025-04-07T11:55:07.488" v="15"/>
          <ac:spMkLst>
            <pc:docMk/>
            <pc:sldMk cId="2482807219" sldId="260"/>
            <ac:spMk id="3" creationId="{8D97876C-268A-5370-D1C5-14E8200BEE7B}"/>
          </ac:spMkLst>
        </pc:spChg>
      </pc:sldChg>
      <pc:sldChg chg="modSp mod">
        <pc:chgData name="Ali Khawaja" userId="8e88ebdc43366ea6" providerId="LiveId" clId="{2CDCC105-EB08-47C9-B19E-612F69292D11}" dt="2025-04-07T11:55:07.640" v="16" actId="27636"/>
        <pc:sldMkLst>
          <pc:docMk/>
          <pc:sldMk cId="2569816298" sldId="261"/>
        </pc:sldMkLst>
        <pc:spChg chg="mod">
          <ac:chgData name="Ali Khawaja" userId="8e88ebdc43366ea6" providerId="LiveId" clId="{2CDCC105-EB08-47C9-B19E-612F69292D11}" dt="2025-04-07T11:55:07.640" v="16" actId="27636"/>
          <ac:spMkLst>
            <pc:docMk/>
            <pc:sldMk cId="2569816298" sldId="261"/>
            <ac:spMk id="2" creationId="{9713FA43-FF71-C5DC-3BCF-60DE3506E9AF}"/>
          </ac:spMkLst>
        </pc:spChg>
      </pc:sldChg>
      <pc:sldChg chg="modSp">
        <pc:chgData name="Ali Khawaja" userId="8e88ebdc43366ea6" providerId="LiveId" clId="{2CDCC105-EB08-47C9-B19E-612F69292D11}" dt="2025-04-07T11:55:07.488" v="15"/>
        <pc:sldMkLst>
          <pc:docMk/>
          <pc:sldMk cId="1907190907" sldId="263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1907190907" sldId="263"/>
            <ac:spMk id="2" creationId="{D62E1C4F-7DDE-9BCD-D994-2492E388A48D}"/>
          </ac:spMkLst>
        </pc:spChg>
        <pc:spChg chg="mod">
          <ac:chgData name="Ali Khawaja" userId="8e88ebdc43366ea6" providerId="LiveId" clId="{2CDCC105-EB08-47C9-B19E-612F69292D11}" dt="2025-04-07T11:55:07.488" v="15"/>
          <ac:spMkLst>
            <pc:docMk/>
            <pc:sldMk cId="1907190907" sldId="263"/>
            <ac:spMk id="3" creationId="{62B0FD1D-4C03-3A7E-CBE2-C7A729304632}"/>
          </ac:spMkLst>
        </pc:spChg>
      </pc:sldChg>
      <pc:sldChg chg="modSp">
        <pc:chgData name="Ali Khawaja" userId="8e88ebdc43366ea6" providerId="LiveId" clId="{2CDCC105-EB08-47C9-B19E-612F69292D11}" dt="2025-04-07T11:55:07.488" v="15"/>
        <pc:sldMkLst>
          <pc:docMk/>
          <pc:sldMk cId="275260469" sldId="265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275260469" sldId="265"/>
            <ac:spMk id="2" creationId="{26084224-6E6D-695F-37B1-AA03897FBD50}"/>
          </ac:spMkLst>
        </pc:spChg>
      </pc:sldChg>
      <pc:sldChg chg="modSp mod">
        <pc:chgData name="Ali Khawaja" userId="8e88ebdc43366ea6" providerId="LiveId" clId="{2CDCC105-EB08-47C9-B19E-612F69292D11}" dt="2025-04-07T11:55:07.488" v="15"/>
        <pc:sldMkLst>
          <pc:docMk/>
          <pc:sldMk cId="3429153871" sldId="266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3429153871" sldId="266"/>
            <ac:spMk id="2" creationId="{C0A34D06-003E-4F1F-48CE-5D8F7D9DF507}"/>
          </ac:spMkLst>
        </pc:spChg>
        <pc:spChg chg="mod">
          <ac:chgData name="Ali Khawaja" userId="8e88ebdc43366ea6" providerId="LiveId" clId="{2CDCC105-EB08-47C9-B19E-612F69292D11}" dt="2025-04-07T11:55:07.488" v="15"/>
          <ac:spMkLst>
            <pc:docMk/>
            <pc:sldMk cId="3429153871" sldId="266"/>
            <ac:spMk id="3" creationId="{BF1D15B1-1E8E-E633-8A59-11F328C97B10}"/>
          </ac:spMkLst>
        </pc:spChg>
      </pc:sldChg>
      <pc:sldChg chg="modSp">
        <pc:chgData name="Ali Khawaja" userId="8e88ebdc43366ea6" providerId="LiveId" clId="{2CDCC105-EB08-47C9-B19E-612F69292D11}" dt="2025-04-07T11:55:07.488" v="15"/>
        <pc:sldMkLst>
          <pc:docMk/>
          <pc:sldMk cId="2911606119" sldId="267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2911606119" sldId="267"/>
            <ac:spMk id="2" creationId="{7A03A1CE-5FA4-8904-660D-78953A67A0BC}"/>
          </ac:spMkLst>
        </pc:spChg>
        <pc:spChg chg="mod">
          <ac:chgData name="Ali Khawaja" userId="8e88ebdc43366ea6" providerId="LiveId" clId="{2CDCC105-EB08-47C9-B19E-612F69292D11}" dt="2025-04-07T11:55:07.488" v="15"/>
          <ac:spMkLst>
            <pc:docMk/>
            <pc:sldMk cId="2911606119" sldId="267"/>
            <ac:spMk id="3" creationId="{A34D6A24-A311-0E1C-0DCD-BA4883728CD7}"/>
          </ac:spMkLst>
        </pc:spChg>
      </pc:sldChg>
      <pc:sldChg chg="modSp">
        <pc:chgData name="Ali Khawaja" userId="8e88ebdc43366ea6" providerId="LiveId" clId="{2CDCC105-EB08-47C9-B19E-612F69292D11}" dt="2025-04-07T11:55:07.488" v="15"/>
        <pc:sldMkLst>
          <pc:docMk/>
          <pc:sldMk cId="915753637" sldId="268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915753637" sldId="268"/>
            <ac:spMk id="2" creationId="{9F71D933-3A26-6938-E784-295CD6851094}"/>
          </ac:spMkLst>
        </pc:spChg>
      </pc:sldChg>
      <pc:sldChg chg="modSp mod">
        <pc:chgData name="Ali Khawaja" userId="8e88ebdc43366ea6" providerId="LiveId" clId="{2CDCC105-EB08-47C9-B19E-612F69292D11}" dt="2025-04-07T11:54:35.294" v="7" actId="27636"/>
        <pc:sldMkLst>
          <pc:docMk/>
          <pc:sldMk cId="3720809958" sldId="270"/>
        </pc:sldMkLst>
        <pc:spChg chg="mod">
          <ac:chgData name="Ali Khawaja" userId="8e88ebdc43366ea6" providerId="LiveId" clId="{2CDCC105-EB08-47C9-B19E-612F69292D11}" dt="2025-04-07T11:54:35.294" v="7" actId="27636"/>
          <ac:spMkLst>
            <pc:docMk/>
            <pc:sldMk cId="3720809958" sldId="270"/>
            <ac:spMk id="2" creationId="{78809387-2C17-D932-51A5-B88367AE6FE5}"/>
          </ac:spMkLst>
        </pc:spChg>
      </pc:sldChg>
      <pc:sldChg chg="modSp">
        <pc:chgData name="Ali Khawaja" userId="8e88ebdc43366ea6" providerId="LiveId" clId="{2CDCC105-EB08-47C9-B19E-612F69292D11}" dt="2025-04-07T11:55:07.488" v="15"/>
        <pc:sldMkLst>
          <pc:docMk/>
          <pc:sldMk cId="4213063695" sldId="271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4213063695" sldId="271"/>
            <ac:spMk id="2" creationId="{60D06313-2B23-B322-CC21-CBD5B3D1F61A}"/>
          </ac:spMkLst>
        </pc:spChg>
      </pc:sldChg>
      <pc:sldChg chg="modSp mod">
        <pc:chgData name="Ali Khawaja" userId="8e88ebdc43366ea6" providerId="LiveId" clId="{2CDCC105-EB08-47C9-B19E-612F69292D11}" dt="2025-04-07T11:55:07.670" v="17" actId="27636"/>
        <pc:sldMkLst>
          <pc:docMk/>
          <pc:sldMk cId="1982991334" sldId="272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1982991334" sldId="272"/>
            <ac:spMk id="2" creationId="{3516772A-AEFB-43D9-16A1-564293E3BD5C}"/>
          </ac:spMkLst>
        </pc:spChg>
        <pc:spChg chg="mod">
          <ac:chgData name="Ali Khawaja" userId="8e88ebdc43366ea6" providerId="LiveId" clId="{2CDCC105-EB08-47C9-B19E-612F69292D11}" dt="2025-04-07T11:55:07.670" v="17" actId="27636"/>
          <ac:spMkLst>
            <pc:docMk/>
            <pc:sldMk cId="1982991334" sldId="272"/>
            <ac:spMk id="3" creationId="{0361630C-0D15-446E-1E10-A6A70DE24E98}"/>
          </ac:spMkLst>
        </pc:spChg>
      </pc:sldChg>
      <pc:sldChg chg="modSp">
        <pc:chgData name="Ali Khawaja" userId="8e88ebdc43366ea6" providerId="LiveId" clId="{2CDCC105-EB08-47C9-B19E-612F69292D11}" dt="2025-04-07T11:55:07.488" v="15"/>
        <pc:sldMkLst>
          <pc:docMk/>
          <pc:sldMk cId="1116829153" sldId="273"/>
        </pc:sldMkLst>
        <pc:spChg chg="mod">
          <ac:chgData name="Ali Khawaja" userId="8e88ebdc43366ea6" providerId="LiveId" clId="{2CDCC105-EB08-47C9-B19E-612F69292D11}" dt="2025-04-07T11:55:07.488" v="15"/>
          <ac:spMkLst>
            <pc:docMk/>
            <pc:sldMk cId="1116829153" sldId="273"/>
            <ac:spMk id="2" creationId="{94FA2937-CF15-52E0-F9F0-428927BF1AB5}"/>
          </ac:spMkLst>
        </pc:spChg>
      </pc:sldChg>
    </pc:docChg>
  </pc:docChgLst>
  <pc:docChgLst>
    <pc:chgData name="Ali Khawaja" userId="8e88ebdc43366ea6" providerId="LiveId" clId="{90785567-8969-4D09-ADED-BF66466C5BF8}"/>
    <pc:docChg chg="undo custSel addSld delSld modSld sldOrd modMainMaster">
      <pc:chgData name="Ali Khawaja" userId="8e88ebdc43366ea6" providerId="LiveId" clId="{90785567-8969-4D09-ADED-BF66466C5BF8}" dt="2025-04-09T07:28:39.739" v="743" actId="20577"/>
      <pc:docMkLst>
        <pc:docMk/>
      </pc:docMkLst>
      <pc:sldChg chg="modSp new mod">
        <pc:chgData name="Ali Khawaja" userId="8e88ebdc43366ea6" providerId="LiveId" clId="{90785567-8969-4D09-ADED-BF66466C5BF8}" dt="2025-04-07T09:53:04.909" v="251" actId="20577"/>
        <pc:sldMkLst>
          <pc:docMk/>
          <pc:sldMk cId="3379744706" sldId="256"/>
        </pc:sldMkLst>
        <pc:spChg chg="mod">
          <ac:chgData name="Ali Khawaja" userId="8e88ebdc43366ea6" providerId="LiveId" clId="{90785567-8969-4D09-ADED-BF66466C5BF8}" dt="2025-04-07T09:53:04.909" v="251" actId="20577"/>
          <ac:spMkLst>
            <pc:docMk/>
            <pc:sldMk cId="3379744706" sldId="256"/>
            <ac:spMk id="2" creationId="{D405D9FA-D8AD-9657-26E1-B633E6996C98}"/>
          </ac:spMkLst>
        </pc:spChg>
        <pc:spChg chg="mod">
          <ac:chgData name="Ali Khawaja" userId="8e88ebdc43366ea6" providerId="LiveId" clId="{90785567-8969-4D09-ADED-BF66466C5BF8}" dt="2025-04-07T09:25:26.148" v="41" actId="20577"/>
          <ac:spMkLst>
            <pc:docMk/>
            <pc:sldMk cId="3379744706" sldId="256"/>
            <ac:spMk id="3" creationId="{99221DCF-B70A-9DFC-C82D-9F821F300D4D}"/>
          </ac:spMkLst>
        </pc:spChg>
      </pc:sldChg>
      <pc:sldChg chg="modSp new mod">
        <pc:chgData name="Ali Khawaja" userId="8e88ebdc43366ea6" providerId="LiveId" clId="{90785567-8969-4D09-ADED-BF66466C5BF8}" dt="2025-04-07T09:26:40.835" v="75" actId="20577"/>
        <pc:sldMkLst>
          <pc:docMk/>
          <pc:sldMk cId="2220230582" sldId="257"/>
        </pc:sldMkLst>
        <pc:spChg chg="mod">
          <ac:chgData name="Ali Khawaja" userId="8e88ebdc43366ea6" providerId="LiveId" clId="{90785567-8969-4D09-ADED-BF66466C5BF8}" dt="2025-04-07T09:25:43.674" v="56" actId="20577"/>
          <ac:spMkLst>
            <pc:docMk/>
            <pc:sldMk cId="2220230582" sldId="257"/>
            <ac:spMk id="2" creationId="{7A9A59A0-0A45-1A6B-F14A-8C188FBDF932}"/>
          </ac:spMkLst>
        </pc:spChg>
        <pc:spChg chg="mod">
          <ac:chgData name="Ali Khawaja" userId="8e88ebdc43366ea6" providerId="LiveId" clId="{90785567-8969-4D09-ADED-BF66466C5BF8}" dt="2025-04-07T09:26:40.835" v="75" actId="20577"/>
          <ac:spMkLst>
            <pc:docMk/>
            <pc:sldMk cId="2220230582" sldId="257"/>
            <ac:spMk id="3" creationId="{6EE5BAC0-A62B-BBC0-D8AD-96D5F6D96C42}"/>
          </ac:spMkLst>
        </pc:spChg>
      </pc:sldChg>
      <pc:sldChg chg="addSp delSp modSp new mod modNotesTx">
        <pc:chgData name="Ali Khawaja" userId="8e88ebdc43366ea6" providerId="LiveId" clId="{90785567-8969-4D09-ADED-BF66466C5BF8}" dt="2025-04-07T09:35:43.893" v="139"/>
        <pc:sldMkLst>
          <pc:docMk/>
          <pc:sldMk cId="3887214224" sldId="258"/>
        </pc:sldMkLst>
        <pc:spChg chg="mod">
          <ac:chgData name="Ali Khawaja" userId="8e88ebdc43366ea6" providerId="LiveId" clId="{90785567-8969-4D09-ADED-BF66466C5BF8}" dt="2025-04-07T09:27:45.526" v="127" actId="20577"/>
          <ac:spMkLst>
            <pc:docMk/>
            <pc:sldMk cId="3887214224" sldId="258"/>
            <ac:spMk id="2" creationId="{F4EFDFF6-1595-F00C-D822-4462F995082B}"/>
          </ac:spMkLst>
        </pc:spChg>
        <pc:picChg chg="add mod">
          <ac:chgData name="Ali Khawaja" userId="8e88ebdc43366ea6" providerId="LiveId" clId="{90785567-8969-4D09-ADED-BF66466C5BF8}" dt="2025-04-07T09:29:37.680" v="134" actId="1076"/>
          <ac:picMkLst>
            <pc:docMk/>
            <pc:sldMk cId="3887214224" sldId="258"/>
            <ac:picMk id="1026" creationId="{822557EE-CDCC-F0C2-BA59-5D347ABC1BDA}"/>
          </ac:picMkLst>
        </pc:picChg>
      </pc:sldChg>
      <pc:sldChg chg="modSp new mod">
        <pc:chgData name="Ali Khawaja" userId="8e88ebdc43366ea6" providerId="LiveId" clId="{90785567-8969-4D09-ADED-BF66466C5BF8}" dt="2025-04-07T09:36:38.439" v="169" actId="20577"/>
        <pc:sldMkLst>
          <pc:docMk/>
          <pc:sldMk cId="488832006" sldId="259"/>
        </pc:sldMkLst>
        <pc:spChg chg="mod">
          <ac:chgData name="Ali Khawaja" userId="8e88ebdc43366ea6" providerId="LiveId" clId="{90785567-8969-4D09-ADED-BF66466C5BF8}" dt="2025-04-07T09:36:22.638" v="167" actId="20577"/>
          <ac:spMkLst>
            <pc:docMk/>
            <pc:sldMk cId="488832006" sldId="259"/>
            <ac:spMk id="2" creationId="{5A2B5225-CB1C-A111-5783-2F8C596D7F4E}"/>
          </ac:spMkLst>
        </pc:spChg>
        <pc:spChg chg="mod">
          <ac:chgData name="Ali Khawaja" userId="8e88ebdc43366ea6" providerId="LiveId" clId="{90785567-8969-4D09-ADED-BF66466C5BF8}" dt="2025-04-07T09:36:38.439" v="169" actId="20577"/>
          <ac:spMkLst>
            <pc:docMk/>
            <pc:sldMk cId="488832006" sldId="259"/>
            <ac:spMk id="3" creationId="{73934716-F23D-A45A-41BA-78677ABCA883}"/>
          </ac:spMkLst>
        </pc:spChg>
      </pc:sldChg>
      <pc:sldChg chg="addSp modSp new mod">
        <pc:chgData name="Ali Khawaja" userId="8e88ebdc43366ea6" providerId="LiveId" clId="{90785567-8969-4D09-ADED-BF66466C5BF8}" dt="2025-04-07T09:44:46.836" v="201" actId="113"/>
        <pc:sldMkLst>
          <pc:docMk/>
          <pc:sldMk cId="2482807219" sldId="260"/>
        </pc:sldMkLst>
        <pc:spChg chg="mod">
          <ac:chgData name="Ali Khawaja" userId="8e88ebdc43366ea6" providerId="LiveId" clId="{90785567-8969-4D09-ADED-BF66466C5BF8}" dt="2025-04-07T09:44:44.242" v="200" actId="20577"/>
          <ac:spMkLst>
            <pc:docMk/>
            <pc:sldMk cId="2482807219" sldId="260"/>
            <ac:spMk id="2" creationId="{C81F4FF9-14E3-FDC1-DF57-0D912C408D85}"/>
          </ac:spMkLst>
        </pc:spChg>
        <pc:spChg chg="mod">
          <ac:chgData name="Ali Khawaja" userId="8e88ebdc43366ea6" providerId="LiveId" clId="{90785567-8969-4D09-ADED-BF66466C5BF8}" dt="2025-04-07T09:44:46.836" v="201" actId="113"/>
          <ac:spMkLst>
            <pc:docMk/>
            <pc:sldMk cId="2482807219" sldId="260"/>
            <ac:spMk id="3" creationId="{8D97876C-268A-5370-D1C5-14E8200BEE7B}"/>
          </ac:spMkLst>
        </pc:spChg>
      </pc:sldChg>
      <pc:sldChg chg="addSp delSp modSp new mod ord addAnim delAnim modNotesTx">
        <pc:chgData name="Ali Khawaja" userId="8e88ebdc43366ea6" providerId="LiveId" clId="{90785567-8969-4D09-ADED-BF66466C5BF8}" dt="2025-04-07T10:04:03.036" v="303"/>
        <pc:sldMkLst>
          <pc:docMk/>
          <pc:sldMk cId="2569816298" sldId="261"/>
        </pc:sldMkLst>
        <pc:spChg chg="mod">
          <ac:chgData name="Ali Khawaja" userId="8e88ebdc43366ea6" providerId="LiveId" clId="{90785567-8969-4D09-ADED-BF66466C5BF8}" dt="2025-04-07T10:03:42.634" v="299" actId="27636"/>
          <ac:spMkLst>
            <pc:docMk/>
            <pc:sldMk cId="2569816298" sldId="261"/>
            <ac:spMk id="2" creationId="{9713FA43-FF71-C5DC-3BCF-60DE3506E9AF}"/>
          </ac:spMkLst>
        </pc:spChg>
        <pc:picChg chg="add mod">
          <ac:chgData name="Ali Khawaja" userId="8e88ebdc43366ea6" providerId="LiveId" clId="{90785567-8969-4D09-ADED-BF66466C5BF8}" dt="2025-04-07T10:03:48.797" v="300" actId="1076"/>
          <ac:picMkLst>
            <pc:docMk/>
            <pc:sldMk cId="2569816298" sldId="261"/>
            <ac:picMk id="5" creationId="{8D3735FC-38CA-47CF-47AD-1D2084414B9A}"/>
          </ac:picMkLst>
        </pc:picChg>
        <pc:picChg chg="add mod">
          <ac:chgData name="Ali Khawaja" userId="8e88ebdc43366ea6" providerId="LiveId" clId="{90785567-8969-4D09-ADED-BF66466C5BF8}" dt="2025-04-07T10:03:52.247" v="301" actId="1076"/>
          <ac:picMkLst>
            <pc:docMk/>
            <pc:sldMk cId="2569816298" sldId="261"/>
            <ac:picMk id="7" creationId="{5AD66BC7-6416-BB13-B34B-51C3AC6EB6B2}"/>
          </ac:picMkLst>
        </pc:picChg>
        <pc:picChg chg="add mod">
          <ac:chgData name="Ali Khawaja" userId="8e88ebdc43366ea6" providerId="LiveId" clId="{90785567-8969-4D09-ADED-BF66466C5BF8}" dt="2025-04-07T10:03:54.692" v="302" actId="1076"/>
          <ac:picMkLst>
            <pc:docMk/>
            <pc:sldMk cId="2569816298" sldId="261"/>
            <ac:picMk id="9" creationId="{DE3004FB-66A0-0091-5EC5-D76F7B7AA16C}"/>
          </ac:picMkLst>
        </pc:picChg>
        <pc:picChg chg="add mod">
          <ac:chgData name="Ali Khawaja" userId="8e88ebdc43366ea6" providerId="LiveId" clId="{90785567-8969-4D09-ADED-BF66466C5BF8}" dt="2025-04-07T10:03:34.421" v="296" actId="1076"/>
          <ac:picMkLst>
            <pc:docMk/>
            <pc:sldMk cId="2569816298" sldId="261"/>
            <ac:picMk id="10" creationId="{7E5A5D9E-86D0-597B-7B60-8920DDF1021D}"/>
          </ac:picMkLst>
        </pc:picChg>
      </pc:sldChg>
      <pc:sldChg chg="modSp new mod">
        <pc:chgData name="Ali Khawaja" userId="8e88ebdc43366ea6" providerId="LiveId" clId="{90785567-8969-4D09-ADED-BF66466C5BF8}" dt="2025-04-07T09:52:40.432" v="245" actId="113"/>
        <pc:sldMkLst>
          <pc:docMk/>
          <pc:sldMk cId="3720166472" sldId="262"/>
        </pc:sldMkLst>
        <pc:spChg chg="mod">
          <ac:chgData name="Ali Khawaja" userId="8e88ebdc43366ea6" providerId="LiveId" clId="{90785567-8969-4D09-ADED-BF66466C5BF8}" dt="2025-04-07T09:52:40.432" v="245" actId="113"/>
          <ac:spMkLst>
            <pc:docMk/>
            <pc:sldMk cId="3720166472" sldId="262"/>
            <ac:spMk id="2" creationId="{D5F3FB67-402C-E9EF-63EB-300BB4277C6B}"/>
          </ac:spMkLst>
        </pc:spChg>
        <pc:spChg chg="mod">
          <ac:chgData name="Ali Khawaja" userId="8e88ebdc43366ea6" providerId="LiveId" clId="{90785567-8969-4D09-ADED-BF66466C5BF8}" dt="2025-04-07T09:49:21.054" v="226" actId="20577"/>
          <ac:spMkLst>
            <pc:docMk/>
            <pc:sldMk cId="3720166472" sldId="262"/>
            <ac:spMk id="3" creationId="{F5F75F37-F7C4-EAF1-6109-9B434653D6B2}"/>
          </ac:spMkLst>
        </pc:spChg>
      </pc:sldChg>
      <pc:sldChg chg="addSp modSp new mod addAnim delAnim modNotesTx">
        <pc:chgData name="Ali Khawaja" userId="8e88ebdc43366ea6" providerId="LiveId" clId="{90785567-8969-4D09-ADED-BF66466C5BF8}" dt="2025-04-07T10:51:41.983" v="577"/>
        <pc:sldMkLst>
          <pc:docMk/>
          <pc:sldMk cId="1907190907" sldId="263"/>
        </pc:sldMkLst>
        <pc:spChg chg="mod">
          <ac:chgData name="Ali Khawaja" userId="8e88ebdc43366ea6" providerId="LiveId" clId="{90785567-8969-4D09-ADED-BF66466C5BF8}" dt="2025-04-07T09:52:33.804" v="244"/>
          <ac:spMkLst>
            <pc:docMk/>
            <pc:sldMk cId="1907190907" sldId="263"/>
            <ac:spMk id="2" creationId="{D62E1C4F-7DDE-9BCD-D994-2492E388A48D}"/>
          </ac:spMkLst>
        </pc:spChg>
        <pc:spChg chg="mod">
          <ac:chgData name="Ali Khawaja" userId="8e88ebdc43366ea6" providerId="LiveId" clId="{90785567-8969-4D09-ADED-BF66466C5BF8}" dt="2025-04-07T10:51:29.449" v="576" actId="27636"/>
          <ac:spMkLst>
            <pc:docMk/>
            <pc:sldMk cId="1907190907" sldId="263"/>
            <ac:spMk id="3" creationId="{62B0FD1D-4C03-3A7E-CBE2-C7A729304632}"/>
          </ac:spMkLst>
        </pc:spChg>
        <pc:picChg chg="add mod">
          <ac:chgData name="Ali Khawaja" userId="8e88ebdc43366ea6" providerId="LiveId" clId="{90785567-8969-4D09-ADED-BF66466C5BF8}" dt="2025-04-07T10:04:52.405" v="305" actId="1076"/>
          <ac:picMkLst>
            <pc:docMk/>
            <pc:sldMk cId="1907190907" sldId="263"/>
            <ac:picMk id="5" creationId="{9A5CFAE6-24EF-8E80-1F4E-A1873C57597B}"/>
          </ac:picMkLst>
        </pc:picChg>
      </pc:sldChg>
      <pc:sldChg chg="modSp new mod modNotesTx">
        <pc:chgData name="Ali Khawaja" userId="8e88ebdc43366ea6" providerId="LiveId" clId="{90785567-8969-4D09-ADED-BF66466C5BF8}" dt="2025-04-07T10:09:39.046" v="328"/>
        <pc:sldMkLst>
          <pc:docMk/>
          <pc:sldMk cId="264228611" sldId="264"/>
        </pc:sldMkLst>
        <pc:spChg chg="mod">
          <ac:chgData name="Ali Khawaja" userId="8e88ebdc43366ea6" providerId="LiveId" clId="{90785567-8969-4D09-ADED-BF66466C5BF8}" dt="2025-04-07T10:05:45.393" v="310" actId="14100"/>
          <ac:spMkLst>
            <pc:docMk/>
            <pc:sldMk cId="264228611" sldId="264"/>
            <ac:spMk id="2" creationId="{87D6F89D-6B19-7E8D-D676-A7DFEFAABAE3}"/>
          </ac:spMkLst>
        </pc:spChg>
        <pc:spChg chg="mod">
          <ac:chgData name="Ali Khawaja" userId="8e88ebdc43366ea6" providerId="LiveId" clId="{90785567-8969-4D09-ADED-BF66466C5BF8}" dt="2025-04-07T10:07:34.449" v="326" actId="15"/>
          <ac:spMkLst>
            <pc:docMk/>
            <pc:sldMk cId="264228611" sldId="264"/>
            <ac:spMk id="3" creationId="{062C2126-E191-B72F-56DD-900B318777A3}"/>
          </ac:spMkLst>
        </pc:spChg>
      </pc:sldChg>
      <pc:sldChg chg="addSp delSp modSp new mod addAnim modNotesTx">
        <pc:chgData name="Ali Khawaja" userId="8e88ebdc43366ea6" providerId="LiveId" clId="{90785567-8969-4D09-ADED-BF66466C5BF8}" dt="2025-04-07T10:14:25.791" v="359"/>
        <pc:sldMkLst>
          <pc:docMk/>
          <pc:sldMk cId="275260469" sldId="265"/>
        </pc:sldMkLst>
        <pc:spChg chg="mod">
          <ac:chgData name="Ali Khawaja" userId="8e88ebdc43366ea6" providerId="LiveId" clId="{90785567-8969-4D09-ADED-BF66466C5BF8}" dt="2025-04-07T10:09:51.149" v="332"/>
          <ac:spMkLst>
            <pc:docMk/>
            <pc:sldMk cId="275260469" sldId="265"/>
            <ac:spMk id="2" creationId="{26084224-6E6D-695F-37B1-AA03897FBD50}"/>
          </ac:spMkLst>
        </pc:spChg>
        <pc:spChg chg="add mod">
          <ac:chgData name="Ali Khawaja" userId="8e88ebdc43366ea6" providerId="LiveId" clId="{90785567-8969-4D09-ADED-BF66466C5BF8}" dt="2025-04-07T10:13:33.747" v="349" actId="20577"/>
          <ac:spMkLst>
            <pc:docMk/>
            <pc:sldMk cId="275260469" sldId="265"/>
            <ac:spMk id="9" creationId="{5EADA408-E864-0299-685F-23FCF5373410}"/>
          </ac:spMkLst>
        </pc:spChg>
        <pc:spChg chg="add mod">
          <ac:chgData name="Ali Khawaja" userId="8e88ebdc43366ea6" providerId="LiveId" clId="{90785567-8969-4D09-ADED-BF66466C5BF8}" dt="2025-04-07T10:14:12.596" v="358" actId="114"/>
          <ac:spMkLst>
            <pc:docMk/>
            <pc:sldMk cId="275260469" sldId="265"/>
            <ac:spMk id="11" creationId="{212DCDFA-518A-E099-1FD4-A6FBBBD9BC98}"/>
          </ac:spMkLst>
        </pc:spChg>
        <pc:picChg chg="add mod">
          <ac:chgData name="Ali Khawaja" userId="8e88ebdc43366ea6" providerId="LiveId" clId="{90785567-8969-4D09-ADED-BF66466C5BF8}" dt="2025-04-07T10:12:22.112" v="339" actId="1076"/>
          <ac:picMkLst>
            <pc:docMk/>
            <pc:sldMk cId="275260469" sldId="265"/>
            <ac:picMk id="5" creationId="{A8149AD5-A2DD-9BDE-173E-D4CE3030246C}"/>
          </ac:picMkLst>
        </pc:picChg>
        <pc:picChg chg="add mod">
          <ac:chgData name="Ali Khawaja" userId="8e88ebdc43366ea6" providerId="LiveId" clId="{90785567-8969-4D09-ADED-BF66466C5BF8}" dt="2025-04-07T10:12:45.294" v="344" actId="1076"/>
          <ac:picMkLst>
            <pc:docMk/>
            <pc:sldMk cId="275260469" sldId="265"/>
            <ac:picMk id="7" creationId="{7E91AFA8-F4BD-CE1B-BB2E-181A4E487BCB}"/>
          </ac:picMkLst>
        </pc:picChg>
      </pc:sldChg>
      <pc:sldChg chg="addSp modSp new mod addAnim modNotesTx">
        <pc:chgData name="Ali Khawaja" userId="8e88ebdc43366ea6" providerId="LiveId" clId="{90785567-8969-4D09-ADED-BF66466C5BF8}" dt="2025-04-07T10:17:02.201" v="384"/>
        <pc:sldMkLst>
          <pc:docMk/>
          <pc:sldMk cId="3429153871" sldId="266"/>
        </pc:sldMkLst>
        <pc:spChg chg="mod">
          <ac:chgData name="Ali Khawaja" userId="8e88ebdc43366ea6" providerId="LiveId" clId="{90785567-8969-4D09-ADED-BF66466C5BF8}" dt="2025-04-07T10:14:36.971" v="361"/>
          <ac:spMkLst>
            <pc:docMk/>
            <pc:sldMk cId="3429153871" sldId="266"/>
            <ac:spMk id="2" creationId="{C0A34D06-003E-4F1F-48CE-5D8F7D9DF507}"/>
          </ac:spMkLst>
        </pc:spChg>
        <pc:spChg chg="mod">
          <ac:chgData name="Ali Khawaja" userId="8e88ebdc43366ea6" providerId="LiveId" clId="{90785567-8969-4D09-ADED-BF66466C5BF8}" dt="2025-04-07T10:15:54.615" v="380" actId="15"/>
          <ac:spMkLst>
            <pc:docMk/>
            <pc:sldMk cId="3429153871" sldId="266"/>
            <ac:spMk id="3" creationId="{BF1D15B1-1E8E-E633-8A59-11F328C97B10}"/>
          </ac:spMkLst>
        </pc:spChg>
        <pc:picChg chg="add mod">
          <ac:chgData name="Ali Khawaja" userId="8e88ebdc43366ea6" providerId="LiveId" clId="{90785567-8969-4D09-ADED-BF66466C5BF8}" dt="2025-04-07T10:16:59.109" v="383" actId="1076"/>
          <ac:picMkLst>
            <pc:docMk/>
            <pc:sldMk cId="3429153871" sldId="266"/>
            <ac:picMk id="4" creationId="{268D06AD-B45D-6E77-28A8-70A2FA330AAA}"/>
          </ac:picMkLst>
        </pc:picChg>
      </pc:sldChg>
      <pc:sldChg chg="modSp new mod">
        <pc:chgData name="Ali Khawaja" userId="8e88ebdc43366ea6" providerId="LiveId" clId="{90785567-8969-4D09-ADED-BF66466C5BF8}" dt="2025-04-07T11:09:09.870" v="685" actId="20577"/>
        <pc:sldMkLst>
          <pc:docMk/>
          <pc:sldMk cId="2911606119" sldId="267"/>
        </pc:sldMkLst>
        <pc:spChg chg="mod">
          <ac:chgData name="Ali Khawaja" userId="8e88ebdc43366ea6" providerId="LiveId" clId="{90785567-8969-4D09-ADED-BF66466C5BF8}" dt="2025-04-07T11:09:09.870" v="685" actId="20577"/>
          <ac:spMkLst>
            <pc:docMk/>
            <pc:sldMk cId="2911606119" sldId="267"/>
            <ac:spMk id="2" creationId="{7A03A1CE-5FA4-8904-660D-78953A67A0BC}"/>
          </ac:spMkLst>
        </pc:spChg>
        <pc:spChg chg="mod">
          <ac:chgData name="Ali Khawaja" userId="8e88ebdc43366ea6" providerId="LiveId" clId="{90785567-8969-4D09-ADED-BF66466C5BF8}" dt="2025-04-07T10:20:35.967" v="395" actId="5793"/>
          <ac:spMkLst>
            <pc:docMk/>
            <pc:sldMk cId="2911606119" sldId="267"/>
            <ac:spMk id="3" creationId="{A34D6A24-A311-0E1C-0DCD-BA4883728CD7}"/>
          </ac:spMkLst>
        </pc:spChg>
      </pc:sldChg>
      <pc:sldChg chg="addSp delSp modSp new mod addAnim delAnim">
        <pc:chgData name="Ali Khawaja" userId="8e88ebdc43366ea6" providerId="LiveId" clId="{90785567-8969-4D09-ADED-BF66466C5BF8}" dt="2025-04-07T10:24:19.983" v="425"/>
        <pc:sldMkLst>
          <pc:docMk/>
          <pc:sldMk cId="915753637" sldId="268"/>
        </pc:sldMkLst>
        <pc:spChg chg="mod">
          <ac:chgData name="Ali Khawaja" userId="8e88ebdc43366ea6" providerId="LiveId" clId="{90785567-8969-4D09-ADED-BF66466C5BF8}" dt="2025-04-07T10:22:28.836" v="414" actId="20577"/>
          <ac:spMkLst>
            <pc:docMk/>
            <pc:sldMk cId="915753637" sldId="268"/>
            <ac:spMk id="2" creationId="{9F71D933-3A26-6938-E784-295CD6851094}"/>
          </ac:spMkLst>
        </pc:spChg>
        <pc:picChg chg="add mod">
          <ac:chgData name="Ali Khawaja" userId="8e88ebdc43366ea6" providerId="LiveId" clId="{90785567-8969-4D09-ADED-BF66466C5BF8}" dt="2025-04-07T10:23:24.425" v="418" actId="1076"/>
          <ac:picMkLst>
            <pc:docMk/>
            <pc:sldMk cId="915753637" sldId="268"/>
            <ac:picMk id="5" creationId="{F59A07E5-E15C-BAE6-A631-D42B2F14CD8D}"/>
          </ac:picMkLst>
        </pc:picChg>
        <pc:picChg chg="add mod">
          <ac:chgData name="Ali Khawaja" userId="8e88ebdc43366ea6" providerId="LiveId" clId="{90785567-8969-4D09-ADED-BF66466C5BF8}" dt="2025-04-07T10:23:49.821" v="421" actId="1076"/>
          <ac:picMkLst>
            <pc:docMk/>
            <pc:sldMk cId="915753637" sldId="268"/>
            <ac:picMk id="7" creationId="{D75A1C57-1CF2-829E-DEFE-826C365F2993}"/>
          </ac:picMkLst>
        </pc:picChg>
        <pc:picChg chg="add mod">
          <ac:chgData name="Ali Khawaja" userId="8e88ebdc43366ea6" providerId="LiveId" clId="{90785567-8969-4D09-ADED-BF66466C5BF8}" dt="2025-04-07T10:24:16.184" v="424" actId="1076"/>
          <ac:picMkLst>
            <pc:docMk/>
            <pc:sldMk cId="915753637" sldId="268"/>
            <ac:picMk id="9" creationId="{F95379A7-E822-8D85-6C64-455DA782A81B}"/>
          </ac:picMkLst>
        </pc:picChg>
      </pc:sldChg>
      <pc:sldChg chg="new del">
        <pc:chgData name="Ali Khawaja" userId="8e88ebdc43366ea6" providerId="LiveId" clId="{90785567-8969-4D09-ADED-BF66466C5BF8}" dt="2025-04-07T10:47:26.804" v="540" actId="47"/>
        <pc:sldMkLst>
          <pc:docMk/>
          <pc:sldMk cId="481827925" sldId="269"/>
        </pc:sldMkLst>
      </pc:sldChg>
      <pc:sldChg chg="addSp delSp modSp new mod addAnim delAnim">
        <pc:chgData name="Ali Khawaja" userId="8e88ebdc43366ea6" providerId="LiveId" clId="{90785567-8969-4D09-ADED-BF66466C5BF8}" dt="2025-04-07T10:40:06.551" v="500"/>
        <pc:sldMkLst>
          <pc:docMk/>
          <pc:sldMk cId="3720809958" sldId="270"/>
        </pc:sldMkLst>
        <pc:spChg chg="mod">
          <ac:chgData name="Ali Khawaja" userId="8e88ebdc43366ea6" providerId="LiveId" clId="{90785567-8969-4D09-ADED-BF66466C5BF8}" dt="2025-04-07T10:34:21.661" v="485" actId="1076"/>
          <ac:spMkLst>
            <pc:docMk/>
            <pc:sldMk cId="3720809958" sldId="270"/>
            <ac:spMk id="2" creationId="{78809387-2C17-D932-51A5-B88367AE6FE5}"/>
          </ac:spMkLst>
        </pc:spChg>
        <pc:picChg chg="add mod">
          <ac:chgData name="Ali Khawaja" userId="8e88ebdc43366ea6" providerId="LiveId" clId="{90785567-8969-4D09-ADED-BF66466C5BF8}" dt="2025-04-07T10:36:33.310" v="493" actId="1076"/>
          <ac:picMkLst>
            <pc:docMk/>
            <pc:sldMk cId="3720809958" sldId="270"/>
            <ac:picMk id="8" creationId="{82DEE487-D44D-F62D-EC1A-51E040BBA266}"/>
          </ac:picMkLst>
        </pc:picChg>
        <pc:picChg chg="add mod">
          <ac:chgData name="Ali Khawaja" userId="8e88ebdc43366ea6" providerId="LiveId" clId="{90785567-8969-4D09-ADED-BF66466C5BF8}" dt="2025-04-07T10:37:54.521" v="496" actId="1076"/>
          <ac:picMkLst>
            <pc:docMk/>
            <pc:sldMk cId="3720809958" sldId="270"/>
            <ac:picMk id="10" creationId="{B8DFC090-E0FA-EC7C-7006-6440D10849DD}"/>
          </ac:picMkLst>
        </pc:picChg>
        <pc:picChg chg="add mod">
          <ac:chgData name="Ali Khawaja" userId="8e88ebdc43366ea6" providerId="LiveId" clId="{90785567-8969-4D09-ADED-BF66466C5BF8}" dt="2025-04-07T10:39:58.808" v="499" actId="1076"/>
          <ac:picMkLst>
            <pc:docMk/>
            <pc:sldMk cId="3720809958" sldId="270"/>
            <ac:picMk id="12" creationId="{C156266B-8061-6A08-D108-F8F40C35787A}"/>
          </ac:picMkLst>
        </pc:picChg>
      </pc:sldChg>
      <pc:sldChg chg="addSp delSp modSp new mod ord">
        <pc:chgData name="Ali Khawaja" userId="8e88ebdc43366ea6" providerId="LiveId" clId="{90785567-8969-4D09-ADED-BF66466C5BF8}" dt="2025-04-07T10:59:47.034" v="589"/>
        <pc:sldMkLst>
          <pc:docMk/>
          <pc:sldMk cId="4213063695" sldId="271"/>
        </pc:sldMkLst>
        <pc:spChg chg="mod">
          <ac:chgData name="Ali Khawaja" userId="8e88ebdc43366ea6" providerId="LiveId" clId="{90785567-8969-4D09-ADED-BF66466C5BF8}" dt="2025-04-07T10:59:36.088" v="586" actId="20577"/>
          <ac:spMkLst>
            <pc:docMk/>
            <pc:sldMk cId="4213063695" sldId="271"/>
            <ac:spMk id="2" creationId="{60D06313-2B23-B322-CC21-CBD5B3D1F61A}"/>
          </ac:spMkLst>
        </pc:spChg>
        <pc:picChg chg="add mod">
          <ac:chgData name="Ali Khawaja" userId="8e88ebdc43366ea6" providerId="LiveId" clId="{90785567-8969-4D09-ADED-BF66466C5BF8}" dt="2025-04-07T10:43:05.775" v="505" actId="1076"/>
          <ac:picMkLst>
            <pc:docMk/>
            <pc:sldMk cId="4213063695" sldId="271"/>
            <ac:picMk id="5" creationId="{DA366537-0831-4C97-62E2-49DE3D985DD8}"/>
          </ac:picMkLst>
        </pc:picChg>
      </pc:sldChg>
      <pc:sldChg chg="modSp new mod modNotesTx">
        <pc:chgData name="Ali Khawaja" userId="8e88ebdc43366ea6" providerId="LiveId" clId="{90785567-8969-4D09-ADED-BF66466C5BF8}" dt="2025-04-09T07:28:39.739" v="743" actId="20577"/>
        <pc:sldMkLst>
          <pc:docMk/>
          <pc:sldMk cId="1982991334" sldId="272"/>
        </pc:sldMkLst>
        <pc:spChg chg="mod">
          <ac:chgData name="Ali Khawaja" userId="8e88ebdc43366ea6" providerId="LiveId" clId="{90785567-8969-4D09-ADED-BF66466C5BF8}" dt="2025-04-07T10:59:41.607" v="587"/>
          <ac:spMkLst>
            <pc:docMk/>
            <pc:sldMk cId="1982991334" sldId="272"/>
            <ac:spMk id="2" creationId="{3516772A-AEFB-43D9-16A1-564293E3BD5C}"/>
          </ac:spMkLst>
        </pc:spChg>
        <pc:spChg chg="mod">
          <ac:chgData name="Ali Khawaja" userId="8e88ebdc43366ea6" providerId="LiveId" clId="{90785567-8969-4D09-ADED-BF66466C5BF8}" dt="2025-04-07T10:49:58.191" v="571" actId="27636"/>
          <ac:spMkLst>
            <pc:docMk/>
            <pc:sldMk cId="1982991334" sldId="272"/>
            <ac:spMk id="3" creationId="{0361630C-0D15-446E-1E10-A6A70DE24E98}"/>
          </ac:spMkLst>
        </pc:spChg>
      </pc:sldChg>
      <pc:sldChg chg="addSp delSp modSp new mod">
        <pc:chgData name="Ali Khawaja" userId="8e88ebdc43366ea6" providerId="LiveId" clId="{90785567-8969-4D09-ADED-BF66466C5BF8}" dt="2025-04-07T11:03:35.367" v="616" actId="20577"/>
        <pc:sldMkLst>
          <pc:docMk/>
          <pc:sldMk cId="1116829153" sldId="273"/>
        </pc:sldMkLst>
        <pc:spChg chg="mod">
          <ac:chgData name="Ali Khawaja" userId="8e88ebdc43366ea6" providerId="LiveId" clId="{90785567-8969-4D09-ADED-BF66466C5BF8}" dt="2025-04-07T11:03:35.367" v="616" actId="20577"/>
          <ac:spMkLst>
            <pc:docMk/>
            <pc:sldMk cId="1116829153" sldId="273"/>
            <ac:spMk id="2" creationId="{94FA2937-CF15-52E0-F9F0-428927BF1AB5}"/>
          </ac:spMkLst>
        </pc:spChg>
        <pc:spChg chg="add mod">
          <ac:chgData name="Ali Khawaja" userId="8e88ebdc43366ea6" providerId="LiveId" clId="{90785567-8969-4D09-ADED-BF66466C5BF8}" dt="2025-04-07T11:01:38.190" v="603" actId="1076"/>
          <ac:spMkLst>
            <pc:docMk/>
            <pc:sldMk cId="1116829153" sldId="273"/>
            <ac:spMk id="7" creationId="{D3E4800A-7124-EB66-B001-6C2D1B386BC4}"/>
          </ac:spMkLst>
        </pc:spChg>
        <pc:picChg chg="add mod">
          <ac:chgData name="Ali Khawaja" userId="8e88ebdc43366ea6" providerId="LiveId" clId="{90785567-8969-4D09-ADED-BF66466C5BF8}" dt="2025-04-07T11:01:30.181" v="601" actId="1440"/>
          <ac:picMkLst>
            <pc:docMk/>
            <pc:sldMk cId="1116829153" sldId="273"/>
            <ac:picMk id="5" creationId="{78E994E8-9150-2408-EB90-63C3BFA8DD9A}"/>
          </ac:picMkLst>
        </pc:picChg>
      </pc:sldChg>
      <pc:sldChg chg="addSp delSp modSp new mod addAnim delAnim">
        <pc:chgData name="Ali Khawaja" userId="8e88ebdc43366ea6" providerId="LiveId" clId="{90785567-8969-4D09-ADED-BF66466C5BF8}" dt="2025-04-09T07:15:00.679" v="708"/>
        <pc:sldMkLst>
          <pc:docMk/>
          <pc:sldMk cId="2634983113" sldId="274"/>
        </pc:sldMkLst>
        <pc:spChg chg="del">
          <ac:chgData name="Ali Khawaja" userId="8e88ebdc43366ea6" providerId="LiveId" clId="{90785567-8969-4D09-ADED-BF66466C5BF8}" dt="2025-04-09T07:07:16.507" v="690" actId="478"/>
          <ac:spMkLst>
            <pc:docMk/>
            <pc:sldMk cId="2634983113" sldId="274"/>
            <ac:spMk id="2" creationId="{7AF849D2-0D6D-4944-6E18-1127FC2A91B4}"/>
          </ac:spMkLst>
        </pc:spChg>
        <pc:spChg chg="del">
          <ac:chgData name="Ali Khawaja" userId="8e88ebdc43366ea6" providerId="LiveId" clId="{90785567-8969-4D09-ADED-BF66466C5BF8}" dt="2025-04-09T07:07:14.822" v="689" actId="478"/>
          <ac:spMkLst>
            <pc:docMk/>
            <pc:sldMk cId="2634983113" sldId="274"/>
            <ac:spMk id="3" creationId="{D128FD1D-834D-9ACF-AFE3-F65324C53129}"/>
          </ac:spMkLst>
        </pc:spChg>
        <pc:picChg chg="add del">
          <ac:chgData name="Ali Khawaja" userId="8e88ebdc43366ea6" providerId="LiveId" clId="{90785567-8969-4D09-ADED-BF66466C5BF8}" dt="2025-04-09T07:07:12.679" v="688" actId="478"/>
          <ac:picMkLst>
            <pc:docMk/>
            <pc:sldMk cId="2634983113" sldId="274"/>
            <ac:picMk id="5" creationId="{A27130BE-2661-B5F1-4AB3-39D66FFA13DD}"/>
          </ac:picMkLst>
        </pc:picChg>
        <pc:picChg chg="add mod ord">
          <ac:chgData name="Ali Khawaja" userId="8e88ebdc43366ea6" providerId="LiveId" clId="{90785567-8969-4D09-ADED-BF66466C5BF8}" dt="2025-04-09T07:14:54.564" v="707" actId="166"/>
          <ac:picMkLst>
            <pc:docMk/>
            <pc:sldMk cId="2634983113" sldId="274"/>
            <ac:picMk id="7" creationId="{612D30C1-B748-1440-AC7C-0DDE79BBAFE7}"/>
          </ac:picMkLst>
        </pc:picChg>
        <pc:picChg chg="add mod ord">
          <ac:chgData name="Ali Khawaja" userId="8e88ebdc43366ea6" providerId="LiveId" clId="{90785567-8969-4D09-ADED-BF66466C5BF8}" dt="2025-04-09T07:14:43.971" v="705" actId="1076"/>
          <ac:picMkLst>
            <pc:docMk/>
            <pc:sldMk cId="2634983113" sldId="274"/>
            <ac:picMk id="9" creationId="{07B013AD-B5A7-F5F5-A846-CAAAC607E810}"/>
          </ac:picMkLst>
        </pc:picChg>
        <pc:picChg chg="add mod">
          <ac:chgData name="Ali Khawaja" userId="8e88ebdc43366ea6" providerId="LiveId" clId="{90785567-8969-4D09-ADED-BF66466C5BF8}" dt="2025-04-09T07:13:47.102" v="696" actId="1076"/>
          <ac:picMkLst>
            <pc:docMk/>
            <pc:sldMk cId="2634983113" sldId="274"/>
            <ac:picMk id="11" creationId="{B3118B61-C57C-96FA-787C-8E6DD4E1E117}"/>
          </ac:picMkLst>
        </pc:picChg>
      </pc:sldChg>
      <pc:sldMasterChg chg="modSldLayout">
        <pc:chgData name="Ali Khawaja" userId="8e88ebdc43366ea6" providerId="LiveId" clId="{90785567-8969-4D09-ADED-BF66466C5BF8}" dt="2025-04-07T10:06:50.979" v="321" actId="14100"/>
        <pc:sldMasterMkLst>
          <pc:docMk/>
          <pc:sldMasterMk cId="3469938203" sldId="2147483648"/>
        </pc:sldMasterMkLst>
        <pc:sldLayoutChg chg="delSp modSp mod">
          <pc:chgData name="Ali Khawaja" userId="8e88ebdc43366ea6" providerId="LiveId" clId="{90785567-8969-4D09-ADED-BF66466C5BF8}" dt="2025-04-07T10:06:50.979" v="321" actId="14100"/>
          <pc:sldLayoutMkLst>
            <pc:docMk/>
            <pc:sldMasterMk cId="3469938203" sldId="2147483648"/>
            <pc:sldLayoutMk cId="3851580705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8F1CC6-8E5A-4B97-A3E8-6EABD89602B7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D880D-08C1-420F-A55C-1DC308C7F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92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D880D-08C1-420F-A55C-1DC308C7F9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0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https://mlflow.org/docs/latest/</a:t>
            </a:r>
          </a:p>
          <a:p>
            <a:r>
              <a:rPr lang="en-US" dirty="0"/>
              <a:t>https://learn.microsoft.com/en-us/training/modules/mlflow-azure-databricks/2-capabilities-of-mlflow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D880D-08C1-420F-A55C-1DC308C7F9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38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https://mlflow.org/docs/latest/models.html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D880D-08C1-420F-A55C-1DC308C7F9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11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https://mlflow.org/docs/latest/tracking/tracking-api#organizing-runs-in-experiments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D880D-08C1-420F-A55C-1DC308C7F91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11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https://learn.microsoft.com/en-us/training/modules/mlflow-azure-databricks/4-register-serve-models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D880D-08C1-420F-A55C-1DC308C7F91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6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https://learn.microsoft.com/en-us/training/modules/mlflow-azure-databricks/4-register-serve-models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D880D-08C1-420F-A55C-1DC308C7F91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12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https://learn.microsoft.com/en-us/training/modules/mlflow-azure-databricks/4-register-serve-models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D880D-08C1-420F-A55C-1DC308C7F91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84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End to End Demo: https://www.youtube.com/watch?v=dQD2gVPJggQ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D880D-08C1-420F-A55C-1DC308C7F9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32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99DD-9DEF-F2D5-2DC3-EF8637D5C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DCC7D-E2BE-E458-2852-76046D005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013BE-8323-A643-9BCF-0BA8A43B4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F6C2-67F4-497A-A4C4-AC601A9F8F4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E9BA1-9443-68DD-DFB9-E05D1AF3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88B0C-D144-B63A-0A34-CA28EF8C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22F0-B185-4099-84DB-D6F7AB5C7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9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8FB5-8672-224D-4837-4C4747E2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20979-FB63-DB20-EA54-7B444F71A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1E2F-9888-2190-D4C4-18EB5E2F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4/9/2025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91CF2-3E0D-E5CD-C81A-E754BF42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074EF-49E0-7BA0-A8CD-276A3AB29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25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44A4-BBA1-2F46-4695-6A9E31B8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FEF27-38EA-0F25-8A05-4D103C0AB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6480B-E47C-6AF6-EEA4-90B19B50E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F6C2-67F4-497A-A4C4-AC601A9F8F4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A23B-3C26-4FF5-127A-5995A580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36ACF-30BD-6A1B-EC52-200F897D0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22F0-B185-4099-84DB-D6F7AB5C7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9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5FF0-FA2E-B4E4-79F5-5F119092D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1EF28-B785-43ED-1052-28B43E814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AB96B-9BFA-82F3-440D-A854A28D2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FA584-6DA8-6055-E258-85A48AAE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F6C2-67F4-497A-A4C4-AC601A9F8F4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E01FF-3616-0247-11F6-196AE77B7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ED6CC-4523-B663-4506-4885D0E93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22F0-B185-4099-84DB-D6F7AB5C7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7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CDD7-DC9E-EFD4-0695-F3FC6D24F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A3F92-1A34-9FEC-F667-940E894EB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0961B-B90D-AF06-9424-9EFBA14D4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76E9A6-0893-4254-C4F0-B1601B359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A9973A-92C0-B79B-78C3-D5B30B452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3534F-BD60-5E6F-4A19-27D76D6E0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F6C2-67F4-497A-A4C4-AC601A9F8F4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1FDC7-9D5F-B58F-9FCD-EA1372C5E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A979BB-B1CE-6961-8E62-D848308A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22F0-B185-4099-84DB-D6F7AB5C7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F92E6-284B-300A-DE55-2C7E65A0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83434A-0AA3-2764-676A-A61E71F2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F6C2-67F4-497A-A4C4-AC601A9F8F4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1381F-8A95-D0F7-A446-10AFDA311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BF5AF-2754-E19D-9862-3BDB2F71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22F0-B185-4099-84DB-D6F7AB5C7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8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750423-ACB9-2C77-65A3-F2FB09B1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F6C2-67F4-497A-A4C4-AC601A9F8F4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208179-2C26-FBD4-A814-C6AADDF46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DAC0E-7955-282D-E0C6-A0561A86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22F0-B185-4099-84DB-D6F7AB5C7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3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5ADDE-B649-B16B-1A60-1F1082F39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4DB53-B0D8-F9B0-3DA3-0281082B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EA753-7E30-4D72-072F-E8EBF4A06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A96F9-3844-7D10-7934-09A32B917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F6C2-67F4-497A-A4C4-AC601A9F8F4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D7643-79C7-439B-D592-A1FE35FB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A2302-E6E2-6973-CF2A-2702A96D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22F0-B185-4099-84DB-D6F7AB5C7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56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3829-207A-1906-5B03-4E4DDF2CE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CF4BEF-F352-0ABE-BCB9-46989421C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0C328-1416-8731-6208-75B481876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49570-D0B9-9607-F0B3-45F09D31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F6C2-67F4-497A-A4C4-AC601A9F8F4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BDC87-9D64-331C-17E5-5FA1FBE6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CBE23-6395-22E1-86CB-F4E03326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22F0-B185-4099-84DB-D6F7AB5C7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BD901-48B5-826E-D693-6ECC31E0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CF878-003C-CE3D-FE9D-12E40A575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71AA1-CBDB-BC73-2D5A-2789A50D3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F6C2-67F4-497A-A4C4-AC601A9F8F4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B3299-889B-7A96-E8B8-4A503178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447BF-3F19-77B9-B27E-A32D9C1D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22F0-B185-4099-84DB-D6F7AB5C7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00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587797-A1F5-C756-9FE1-869796EC3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2CC2B-5024-E3EA-1CCF-8FB19E65A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653B0-AFD7-D039-4D8C-28ED66D40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F6C2-67F4-497A-A4C4-AC601A9F8F4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F89AE-4F8D-B361-32B5-71CE9DEC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DCAFF-E5DC-E92C-BCD0-C41BAA4C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22F0-B185-4099-84DB-D6F7AB5C7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6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A3C8AD-137E-29CE-4795-0B9CD6AD4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6ED9E-43D0-F332-60DC-BC627FF4D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1A9DD-23B9-6B20-1894-F20540638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3F6C2-67F4-497A-A4C4-AC601A9F8F45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78F1F-F53D-912E-9781-4C06FF196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CE8DB-A41D-2886-25A1-E8B913EB6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822F0-B185-4099-84DB-D6F7AB5C7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5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oftlearning.github.io/mslearn-databricks/Instructions/Exercises/DS-05-Use-AutoML.html" TargetMode="External"/><Relationship Id="rId2" Type="http://schemas.openxmlformats.org/officeDocument/2006/relationships/hyperlink" Target="https://microsoftlearning.github.io/mslearn-databricks/Instructions/Exercises/DS-04-Use-MLflow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crosoftlearning.github.io/mslearn-databricks/Instructions/Exercises/DS-06-Tune-hyperparameter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5D9FA-D8AD-9657-26E1-B633E6996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781" y="1122363"/>
            <a:ext cx="11855849" cy="2387600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MLflow in Azure Databricks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21DCF-B70A-9DFC-C82D-9F821F300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CS5304 – Big Data Services and </a:t>
            </a:r>
            <a:r>
              <a:rPr lang="en-US" dirty="0" err="1"/>
              <a:t>MLOps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744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A59A0-0A45-1A6B-F14A-8C188FBDF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MLflow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5BAC0-A62B-BBC0-D8AD-96D5F6D96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MLflow is an open source platform for end-to-end machine learning operations. </a:t>
            </a:r>
          </a:p>
          <a:p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Using MLflow, data scientists can:</a:t>
            </a:r>
          </a:p>
          <a:p>
            <a:pPr lvl="1"/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T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rack model training experiments; </a:t>
            </a:r>
          </a:p>
          <a:p>
            <a:pPr lvl="1"/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logging parameters, metrics, and other assets. </a:t>
            </a:r>
          </a:p>
          <a:p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Machine learning engineers can use MLflow to :</a:t>
            </a:r>
          </a:p>
          <a:p>
            <a:pPr lvl="1"/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deploy and manage models, </a:t>
            </a:r>
          </a:p>
          <a:p>
            <a:pPr lvl="1"/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enable applications to consume the models and use them to inference predictions for new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230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DFF6-1595-F00C-D822-4462F995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MLflow Components</a:t>
            </a:r>
          </a:p>
        </p:txBody>
      </p:sp>
      <p:pic>
        <p:nvPicPr>
          <p:cNvPr id="1026" name="Picture 2" descr="Core Components">
            <a:extLst>
              <a:ext uri="{FF2B5EF4-FFF2-40B4-BE49-F238E27FC236}">
                <a16:creationId xmlns:a16="http://schemas.microsoft.com/office/drawing/2014/main" id="{822557EE-CDCC-F0C2-BA59-5D347ABC1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6"/>
          <a:stretch/>
        </p:blipFill>
        <p:spPr bwMode="auto">
          <a:xfrm>
            <a:off x="967115" y="1776549"/>
            <a:ext cx="4886325" cy="403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21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5225-CB1C-A111-5783-2F8C596D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MLflow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34716-F23D-A45A-41BA-78677ABC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MLflow Tracking allows data scientists to work with experiments in which they process and analyze data or train machine learning models. </a:t>
            </a:r>
          </a:p>
          <a:p>
            <a:r>
              <a:rPr lang="en-US" dirty="0"/>
              <a:t>For each run in an experiment, a data scientist can log parameter values, versions of libraries used, model evaluation metrics, and generated output files; including images of data visualizations and model files. </a:t>
            </a:r>
          </a:p>
          <a:p>
            <a:r>
              <a:rPr lang="en-US" dirty="0"/>
              <a:t>This ability to log important details about experiment runs makes it possible to audit and compare the results of prior model training executions.</a:t>
            </a:r>
          </a:p>
        </p:txBody>
      </p:sp>
    </p:spTree>
    <p:extLst>
      <p:ext uri="{BB962C8B-B14F-4D97-AF65-F5344CB8AC3E}">
        <p14:creationId xmlns:p14="http://schemas.microsoft.com/office/powerpoint/2010/main" val="48883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4FF9-14E3-FDC1-DF57-0D912C40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7876C-268A-5370-D1C5-14E8200BE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Runs</a:t>
            </a:r>
          </a:p>
          <a:p>
            <a:pPr lvl="1"/>
            <a:r>
              <a:rPr lang="en-US" dirty="0"/>
              <a:t>MLflow Tracking is organized around the concept of runs, which are executions of some piece of code, for example, a single python_train.py execution. </a:t>
            </a:r>
          </a:p>
          <a:p>
            <a:pPr lvl="1"/>
            <a:r>
              <a:rPr lang="en-US" dirty="0"/>
              <a:t>Each run records metadata (various information about your run such as metrics, parameters, start and end times) and artifacts (output files from the run such as model weights, images,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r>
              <a:rPr lang="en-US" b="1" i="0" dirty="0">
                <a:solidFill>
                  <a:srgbClr val="1C1E21"/>
                </a:solidFill>
                <a:effectLst/>
                <a:latin typeface="system-ui"/>
              </a:rPr>
              <a:t>Experiments</a:t>
            </a:r>
          </a:p>
          <a:p>
            <a:pPr lvl="1"/>
            <a:r>
              <a:rPr lang="en-US" b="0" i="0" dirty="0">
                <a:solidFill>
                  <a:srgbClr val="1C1E21"/>
                </a:solidFill>
                <a:effectLst/>
                <a:latin typeface="system-ui"/>
              </a:rPr>
              <a:t>An experiment groups together runs for a specific task.</a:t>
            </a:r>
            <a:endParaRPr lang="en-US" b="1" i="0" dirty="0">
              <a:solidFill>
                <a:srgbClr val="1C1E21"/>
              </a:solidFill>
              <a:effectLst/>
              <a:latin typeface="system-ui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807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09387-2C17-D932-51A5-B88367AE6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79" y="198397"/>
            <a:ext cx="11545390" cy="580625"/>
          </a:xfrm>
        </p:spPr>
        <p:txBody>
          <a:bodyPr>
            <a:normAutofit fontScale="90000"/>
          </a:bodyPr>
          <a:lstStyle/>
          <a:p>
            <a:r>
              <a:rPr lang="en-US" dirty="0"/>
              <a:t>Azure Databricks Experiments Tracking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DEE487-D44D-F62D-EC1A-51E040BBA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2" y="860194"/>
            <a:ext cx="8253175" cy="49077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DFC090-E0FA-EC7C-7006-6440D1084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89" y="1566536"/>
            <a:ext cx="8199831" cy="31397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56266B-8061-6A08-D108-F8F40C357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485" y="779022"/>
            <a:ext cx="8146486" cy="606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0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FB67-402C-E9EF-63EB-300BB427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87" y="323325"/>
            <a:ext cx="10515600" cy="909810"/>
          </a:xfrm>
        </p:spPr>
        <p:txBody>
          <a:bodyPr/>
          <a:lstStyle/>
          <a:p>
            <a:r>
              <a:rPr lang="en-US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MLflow Projects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75F37-F7C4-EAF1-6109-9B434653D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65" y="1253331"/>
            <a:ext cx="11247555" cy="5079542"/>
          </a:xfrm>
        </p:spPr>
        <p:txBody>
          <a:bodyPr/>
          <a:lstStyle/>
          <a:p>
            <a:r>
              <a:rPr lang="en-US" dirty="0"/>
              <a:t>An MLflow Project is a way of packaging up code for consistent deployment and reproducibility of results. </a:t>
            </a:r>
          </a:p>
          <a:p>
            <a:r>
              <a:rPr lang="en-US" dirty="0"/>
              <a:t>MLflow supports several environments for projects, including the use of Conda and Docker to define consistent Python code execution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720166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E1C4F-7DDE-9BCD-D994-2492E388A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MLflow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0FD1D-4C03-3A7E-CBE2-C7A729304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MLflow offers a standardized format for packaging models for distribution. </a:t>
            </a:r>
          </a:p>
          <a:p>
            <a:r>
              <a:rPr lang="en-US" dirty="0"/>
              <a:t>MLflow Models are a standardized format for packaging machine learning models and generative AI agents. The standardized format ensures that models and agents can be used by downstream tools and workflows on Databricks.</a:t>
            </a:r>
          </a:p>
          <a:p>
            <a:r>
              <a:rPr lang="en-US" dirty="0"/>
              <a:t>The MLflow Model Registry allows registration of trained models. </a:t>
            </a:r>
            <a:r>
              <a:rPr lang="en-US" b="1" dirty="0"/>
              <a:t>MLflow Models </a:t>
            </a:r>
            <a:r>
              <a:rPr lang="en-US" dirty="0"/>
              <a:t>and </a:t>
            </a:r>
            <a:r>
              <a:rPr lang="en-US" b="1" dirty="0"/>
              <a:t>MLflow Projects </a:t>
            </a:r>
            <a:r>
              <a:rPr lang="en-US" dirty="0"/>
              <a:t>use the </a:t>
            </a:r>
            <a:r>
              <a:rPr lang="en-US" b="1" dirty="0"/>
              <a:t>MLflow Model </a:t>
            </a:r>
            <a:r>
              <a:rPr lang="en-US" dirty="0"/>
              <a:t>Registry to enable machine learning engineers to deploy and serve models for client applications to consume.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CFAE6-24EF-8E80-1F4E-A1873C575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633" y="4008540"/>
            <a:ext cx="6919560" cy="248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9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FA43-FF71-C5DC-3BCF-60DE3506E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2" y="142060"/>
            <a:ext cx="10515600" cy="653266"/>
          </a:xfrm>
        </p:spPr>
        <p:txBody>
          <a:bodyPr>
            <a:normAutofit fontScale="90000"/>
          </a:bodyPr>
          <a:lstStyle/>
          <a:p>
            <a:r>
              <a:rPr lang="en-US" i="0" dirty="0">
                <a:solidFill>
                  <a:srgbClr val="1C1E21"/>
                </a:solidFill>
                <a:effectLst/>
                <a:latin typeface="system-ui"/>
              </a:rPr>
              <a:t>Running Experiments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3735FC-38CA-47CF-47AD-1D2084414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37" y="868724"/>
            <a:ext cx="5425910" cy="11583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D66BC7-6416-BB13-B34B-51C3AC6EB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77" y="1627122"/>
            <a:ext cx="7399661" cy="1524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3004FB-66A0-0091-5EC5-D76F7B7AA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757" y="2627167"/>
            <a:ext cx="6340389" cy="26215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5A5D9E-86D0-597B-7B60-8920DDF102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008" y="1157450"/>
            <a:ext cx="7620000" cy="55149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981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6F89D-6B19-7E8D-D676-A7DFEFAA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786" y="265848"/>
            <a:ext cx="10515600" cy="826207"/>
          </a:xfrm>
        </p:spPr>
        <p:txBody>
          <a:bodyPr/>
          <a:lstStyle/>
          <a:p>
            <a:r>
              <a:rPr lang="en-US" dirty="0"/>
              <a:t>Register and serve models with MLflow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2126-E191-B72F-56DD-900B31877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513" y="1092054"/>
            <a:ext cx="11320708" cy="5272169"/>
          </a:xfrm>
        </p:spPr>
        <p:txBody>
          <a:bodyPr/>
          <a:lstStyle/>
          <a:p>
            <a:r>
              <a:rPr lang="en-US" dirty="0"/>
              <a:t>Model registration allows MLflow and Azure Databricks to keep track of models; which is important for two reasons:</a:t>
            </a:r>
          </a:p>
          <a:p>
            <a:pPr lvl="1"/>
            <a:r>
              <a:rPr lang="en-US" dirty="0"/>
              <a:t>Registering a model allows you to serve the model for real-time, streaming, or batch inferencing. </a:t>
            </a:r>
          </a:p>
          <a:p>
            <a:pPr lvl="1"/>
            <a:r>
              <a:rPr lang="en-US" dirty="0"/>
              <a:t>Registration makes the process of using a trained model easy, as now data scientists don't need to develop application code; the serving process builds that wrapper and exposes a REST API or method for batch scoring automatically.</a:t>
            </a:r>
          </a:p>
          <a:p>
            <a:pPr lvl="1"/>
            <a:r>
              <a:rPr lang="en-US" dirty="0"/>
              <a:t>Registering a model allows you to create new versions of that model over time; giving you the opportunity to track model changes and even perform comparisons between different historical versions of models.</a:t>
            </a:r>
          </a:p>
        </p:txBody>
      </p:sp>
    </p:spTree>
    <p:extLst>
      <p:ext uri="{BB962C8B-B14F-4D97-AF65-F5344CB8AC3E}">
        <p14:creationId xmlns:p14="http://schemas.microsoft.com/office/powerpoint/2010/main" val="264228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4224-6E6D-695F-37B1-AA03897F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Registering a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49AD5-A2DD-9BDE-173E-D4CE30302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494" y="1015983"/>
            <a:ext cx="7102455" cy="2088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91AFA8-F4BD-CE1B-BB2E-181A4E487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027" y="3753957"/>
            <a:ext cx="7003387" cy="22861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ADA408-E864-0299-685F-23FCF5373410}"/>
              </a:ext>
            </a:extLst>
          </p:cNvPr>
          <p:cNvSpPr txBox="1"/>
          <p:nvPr/>
        </p:nvSpPr>
        <p:spPr>
          <a:xfrm>
            <a:off x="357051" y="1265245"/>
            <a:ext cx="41261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When you run an experiment to train a model, you can log the model itself as part of the experiment run, as shown here.</a:t>
            </a:r>
          </a:p>
          <a:p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You can then select the option to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register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the model using the user interface in the experiment viewer.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2DCDFA-518A-E099-1FD4-A6FBBBD9BC98}"/>
              </a:ext>
            </a:extLst>
          </p:cNvPr>
          <p:cNvSpPr txBox="1"/>
          <p:nvPr/>
        </p:nvSpPr>
        <p:spPr>
          <a:xfrm>
            <a:off x="406586" y="3663519"/>
            <a:ext cx="41261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Alternatively, if you want to register the model without reviewing the metrics in the run, you can include the </a:t>
            </a:r>
            <a:r>
              <a:rPr lang="en-US" b="1" dirty="0" err="1"/>
              <a:t>registered_model_name</a:t>
            </a:r>
            <a:r>
              <a:rPr lang="en-US" b="1" dirty="0"/>
              <a:t> </a:t>
            </a:r>
            <a:r>
              <a:rPr lang="en-US" dirty="0"/>
              <a:t>parameter in the </a:t>
            </a:r>
            <a:r>
              <a:rPr lang="en-US" b="1" dirty="0" err="1"/>
              <a:t>log_model</a:t>
            </a:r>
            <a:r>
              <a:rPr lang="en-US" b="1" dirty="0"/>
              <a:t> </a:t>
            </a:r>
            <a:r>
              <a:rPr lang="en-US" dirty="0"/>
              <a:t>method; in which case </a:t>
            </a:r>
            <a:r>
              <a:rPr lang="en-US" i="1" dirty="0"/>
              <a:t>the model is automatically registered during the experiment run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26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4D06-003E-4F1F-48CE-5D8F7D9D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model for inferencing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D15B1-1E8E-E633-8A59-11F328C97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process of using a model to predict labels from new feature data is known as inferencing. </a:t>
            </a:r>
          </a:p>
          <a:p>
            <a:r>
              <a:rPr lang="en-US" dirty="0"/>
              <a:t>You can use MLflow in Azure Databricks to make models available for inferencing in the following ways:</a:t>
            </a:r>
          </a:p>
          <a:p>
            <a:pPr lvl="1"/>
            <a:r>
              <a:rPr lang="en-US" dirty="0"/>
              <a:t>Host the model as a real-time service with an HTTP endpoint to which client applications can make REST requests.</a:t>
            </a:r>
          </a:p>
          <a:p>
            <a:pPr lvl="1"/>
            <a:r>
              <a:rPr lang="en-US" dirty="0"/>
              <a:t>Use the model to perform perpetual streaming inferencing of labels based on a delta table of features, writing the results to an output table.</a:t>
            </a:r>
          </a:p>
          <a:p>
            <a:pPr lvl="1"/>
            <a:r>
              <a:rPr lang="en-US" dirty="0"/>
              <a:t>Use the model for batch inferencing based on a delta table, writing the results of each batch operation to a specific folder.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8D06AD-B45D-6E77-28A8-70A2FA330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806" y="1119215"/>
            <a:ext cx="7620000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3118B61-C57C-96FA-787C-8E6DD4E1E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" y="21431"/>
            <a:ext cx="10470787" cy="64318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B013AD-B5A7-F5F5-A846-CAAAC607E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18" y="362595"/>
            <a:ext cx="11295093" cy="6375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2D30C1-B748-1440-AC7C-0DDE79BBA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" y="577026"/>
            <a:ext cx="12192000" cy="616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8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2937-CF15-52E0-F9F0-428927BF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Databricks Mosaic 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E994E8-9150-2408-EB90-63C3BFA8D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195" y="1330534"/>
            <a:ext cx="9001125" cy="4810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E4800A-7124-EB66-B001-6C2D1B386BC4}"/>
              </a:ext>
            </a:extLst>
          </p:cNvPr>
          <p:cNvSpPr txBox="1"/>
          <p:nvPr/>
        </p:nvSpPr>
        <p:spPr>
          <a:xfrm>
            <a:off x="239680" y="1226090"/>
            <a:ext cx="24797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Mosaic AI (formerly Databricks Machine Learning) provides to help you build AI and ML systems. </a:t>
            </a:r>
          </a:p>
        </p:txBody>
      </p:sp>
    </p:spTree>
    <p:extLst>
      <p:ext uri="{BB962C8B-B14F-4D97-AF65-F5344CB8AC3E}">
        <p14:creationId xmlns:p14="http://schemas.microsoft.com/office/powerpoint/2010/main" val="1116829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6772A-AEFB-43D9-16A1-564293E3B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Databricks-managed MLflow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1630C-0D15-446E-1E10-A6A70DE24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Databricks-managed MLflow is built on Unity Catalog and the Cloud Data Lake to unify all your data and AI assets in the ML lifecycle:</a:t>
            </a:r>
          </a:p>
          <a:p>
            <a:pPr lvl="1"/>
            <a:r>
              <a:rPr lang="en-US" dirty="0"/>
              <a:t>Feature store: Databricks automated feature lookups simplifies integration and reduces mistakes.</a:t>
            </a:r>
          </a:p>
          <a:p>
            <a:pPr lvl="1"/>
            <a:r>
              <a:rPr lang="en-US" dirty="0"/>
              <a:t>Train models: Use Mosaic AI to train models or fine-tune foundation models.</a:t>
            </a:r>
          </a:p>
          <a:p>
            <a:pPr lvl="1"/>
            <a:r>
              <a:rPr lang="en-US" dirty="0"/>
              <a:t>Tracking: MLflow tracks training by logging parameters, metrics, and artifacts to evaluate and compare model performance.</a:t>
            </a:r>
          </a:p>
          <a:p>
            <a:pPr lvl="1"/>
            <a:r>
              <a:rPr lang="en-US" dirty="0"/>
              <a:t>Model Registry: MLflow Model Registry, integrated with Unity Catalog centralizes AI models and artifacts.</a:t>
            </a:r>
          </a:p>
          <a:p>
            <a:pPr lvl="1"/>
            <a:r>
              <a:rPr lang="en-US" dirty="0"/>
              <a:t>Model Serving: Mosaic AI Model Serving deploys models to a REST API endpoint.</a:t>
            </a:r>
          </a:p>
          <a:p>
            <a:pPr lvl="1"/>
            <a:r>
              <a:rPr lang="en-US" dirty="0"/>
              <a:t>Monitoring: Mosaic AI Model Serving automatically captures requests and responses to monitor and debug models. MLflow augments this data with trace data for each request.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991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6313-2B23-B322-CC21-CBD5B3D1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Databricks-managed MLflow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66537-0831-4C97-62E2-49DE3D985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621" y="1081164"/>
            <a:ext cx="8132173" cy="574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63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D933-3A26-6938-E784-295CD685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Assessment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A07E5-E15C-BAE6-A631-D42B2F14C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56" y="1131386"/>
            <a:ext cx="7498730" cy="1752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5A1C57-1CF2-829E-DEFE-826C365F2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54" y="2236816"/>
            <a:ext cx="8093141" cy="20499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5379A7-E822-8D85-6C64-455DA782A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390" y="3537877"/>
            <a:ext cx="8405588" cy="204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5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3A1CE-5FA4-8904-660D-78953A67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Labs (Enable MLflow on DS05/06 Labs </a:t>
            </a:r>
            <a:r>
              <a:rPr lang="en-US"/>
              <a:t>as well)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D6A24-A311-0E1C-0DCD-BA4883728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https://microsoftlearning.github.io/mslearn-databricks/Instructions/Exercises/DS-04-Use-MLflow.html</a:t>
            </a:r>
            <a:endParaRPr lang="en-US" dirty="0"/>
          </a:p>
          <a:p>
            <a:r>
              <a:rPr lang="en-US" dirty="0">
                <a:hlinkClick r:id="rId3"/>
              </a:rPr>
              <a:t>https://microsoftlearning.github.io/mslearn-databricks/Instructions/Exercises/DS-05-Use-AutoML.html</a:t>
            </a:r>
            <a:endParaRPr lang="en-US" dirty="0"/>
          </a:p>
          <a:p>
            <a:r>
              <a:rPr lang="en-US" dirty="0">
                <a:hlinkClick r:id="rId4"/>
              </a:rPr>
              <a:t>https://microsoftlearning.github.io/mslearn-databricks/Instructions/Exercises/DS-06-Tune-hyperparameters.html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606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1055</Words>
  <Application>Microsoft Office PowerPoint</Application>
  <PresentationFormat>Widescreen</PresentationFormat>
  <Paragraphs>77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Segoe UI</vt:lpstr>
      <vt:lpstr>system-ui</vt:lpstr>
      <vt:lpstr>Office Theme</vt:lpstr>
      <vt:lpstr>MLflow in Azure Databricks</vt:lpstr>
      <vt:lpstr>What is MLflow</vt:lpstr>
      <vt:lpstr>MLflow Components</vt:lpstr>
      <vt:lpstr>MLflow Tracking</vt:lpstr>
      <vt:lpstr>Concepts</vt:lpstr>
      <vt:lpstr>Azure Databricks Experiments Tracking</vt:lpstr>
      <vt:lpstr>MLflow Projects</vt:lpstr>
      <vt:lpstr>MLflow Models</vt:lpstr>
      <vt:lpstr>Running Experiments</vt:lpstr>
      <vt:lpstr>Register and serve models with MLflow</vt:lpstr>
      <vt:lpstr>Registering a model</vt:lpstr>
      <vt:lpstr>Using a model for inferencing</vt:lpstr>
      <vt:lpstr>PowerPoint Presentation</vt:lpstr>
      <vt:lpstr>Databricks Mosaic AI</vt:lpstr>
      <vt:lpstr>Databricks-managed MLflow</vt:lpstr>
      <vt:lpstr>Databricks-managed MLflow</vt:lpstr>
      <vt:lpstr>Module Assessment</vt:lpstr>
      <vt:lpstr>Labs (Enable MLflow on DS05/06 Labs as well)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Khawaja</dc:creator>
  <cp:lastModifiedBy>Ali Khawaja</cp:lastModifiedBy>
  <cp:revision>1</cp:revision>
  <dcterms:created xsi:type="dcterms:W3CDTF">2025-04-07T09:24:44Z</dcterms:created>
  <dcterms:modified xsi:type="dcterms:W3CDTF">2025-04-09T07:28:48Z</dcterms:modified>
</cp:coreProperties>
</file>